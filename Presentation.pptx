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312" r:id="rId8"/>
    <p:sldId id="313" r:id="rId9"/>
    <p:sldId id="263" r:id="rId10"/>
    <p:sldId id="31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6F489F-8850-4C72-93F3-CDF2D22EA2F4}">
  <a:tblStyle styleId="{9B6F489F-8850-4C72-93F3-CDF2D22EA2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D29964C-5290-4834-A5D6-385991B9AB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7"/>
    <p:restoredTop sz="94643"/>
  </p:normalViewPr>
  <p:slideViewPr>
    <p:cSldViewPr snapToGrid="0">
      <p:cViewPr>
        <p:scale>
          <a:sx n="90" d="100"/>
          <a:sy n="90" d="100"/>
        </p:scale>
        <p:origin x="800" y="7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04fdf138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04fdf138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dc83c2b51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dc83c2b51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70225"/>
            <a:ext cx="4520400" cy="247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09375"/>
            <a:ext cx="4520400" cy="4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930850" y="716400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04814" y="4329065"/>
            <a:ext cx="2316299" cy="662350"/>
            <a:chOff x="7034175" y="4285500"/>
            <a:chExt cx="180275" cy="51550"/>
          </a:xfrm>
        </p:grpSpPr>
        <p:sp>
          <p:nvSpPr>
            <p:cNvPr id="13" name="Google Shape;13;p2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378375" y="4384182"/>
            <a:ext cx="1701345" cy="662368"/>
            <a:chOff x="5860838" y="1725109"/>
            <a:chExt cx="1363694" cy="530914"/>
          </a:xfrm>
        </p:grpSpPr>
        <p:sp>
          <p:nvSpPr>
            <p:cNvPr id="19" name="Google Shape;19;p2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/>
          <p:nvPr/>
        </p:nvSpPr>
        <p:spPr>
          <a:xfrm rot="10800000">
            <a:off x="-1380575" y="-20181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6"/>
          <p:cNvGrpSpPr/>
          <p:nvPr/>
        </p:nvGrpSpPr>
        <p:grpSpPr>
          <a:xfrm>
            <a:off x="8581354" y="1228817"/>
            <a:ext cx="1295373" cy="504315"/>
            <a:chOff x="5860838" y="1725109"/>
            <a:chExt cx="1363694" cy="530914"/>
          </a:xfrm>
        </p:grpSpPr>
        <p:sp>
          <p:nvSpPr>
            <p:cNvPr id="105" name="Google Shape;105;p6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6"/>
          <p:cNvSpPr/>
          <p:nvPr/>
        </p:nvSpPr>
        <p:spPr>
          <a:xfrm rot="10800000" flipH="1">
            <a:off x="8626175" y="-31230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6"/>
          <p:cNvGrpSpPr/>
          <p:nvPr/>
        </p:nvGrpSpPr>
        <p:grpSpPr>
          <a:xfrm>
            <a:off x="-857236" y="-375010"/>
            <a:ext cx="2316299" cy="662350"/>
            <a:chOff x="7034175" y="4285500"/>
            <a:chExt cx="180275" cy="51550"/>
          </a:xfrm>
        </p:grpSpPr>
        <p:sp>
          <p:nvSpPr>
            <p:cNvPr id="111" name="Google Shape;111;p6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6"/>
          <p:cNvGrpSpPr/>
          <p:nvPr/>
        </p:nvGrpSpPr>
        <p:grpSpPr>
          <a:xfrm flipH="1">
            <a:off x="8175375" y="4571332"/>
            <a:ext cx="1701345" cy="662368"/>
            <a:chOff x="5860838" y="1725109"/>
            <a:chExt cx="1363694" cy="530914"/>
          </a:xfrm>
        </p:grpSpPr>
        <p:sp>
          <p:nvSpPr>
            <p:cNvPr id="117" name="Google Shape;117;p6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6"/>
          <p:cNvGrpSpPr/>
          <p:nvPr/>
        </p:nvGrpSpPr>
        <p:grpSpPr>
          <a:xfrm>
            <a:off x="-639321" y="4074042"/>
            <a:ext cx="1295373" cy="504315"/>
            <a:chOff x="5860838" y="1725109"/>
            <a:chExt cx="1363694" cy="530914"/>
          </a:xfrm>
        </p:grpSpPr>
        <p:sp>
          <p:nvSpPr>
            <p:cNvPr id="122" name="Google Shape;122;p6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6"/>
          <p:cNvSpPr/>
          <p:nvPr/>
        </p:nvSpPr>
        <p:spPr>
          <a:xfrm flipH="1">
            <a:off x="-1332950" y="15987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7"/>
          <p:cNvGrpSpPr/>
          <p:nvPr/>
        </p:nvGrpSpPr>
        <p:grpSpPr>
          <a:xfrm>
            <a:off x="7848614" y="-1094200"/>
            <a:ext cx="2415336" cy="4542900"/>
            <a:chOff x="7848614" y="-1094200"/>
            <a:chExt cx="2415336" cy="4542900"/>
          </a:xfrm>
        </p:grpSpPr>
        <p:grpSp>
          <p:nvGrpSpPr>
            <p:cNvPr id="130" name="Google Shape;130;p7"/>
            <p:cNvGrpSpPr/>
            <p:nvPr/>
          </p:nvGrpSpPr>
          <p:grpSpPr>
            <a:xfrm>
              <a:off x="7848614" y="1169740"/>
              <a:ext cx="2316299" cy="662350"/>
              <a:chOff x="7034175" y="4285500"/>
              <a:chExt cx="180275" cy="51550"/>
            </a:xfrm>
          </p:grpSpPr>
          <p:sp>
            <p:nvSpPr>
              <p:cNvPr id="131" name="Google Shape;131;p7"/>
              <p:cNvSpPr/>
              <p:nvPr/>
            </p:nvSpPr>
            <p:spPr>
              <a:xfrm>
                <a:off x="7066000" y="4285500"/>
                <a:ext cx="46675" cy="51550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2062" extrusionOk="0">
                    <a:moveTo>
                      <a:pt x="934" y="1"/>
                    </a:moveTo>
                    <a:cubicBezTo>
                      <a:pt x="462" y="1"/>
                      <a:pt x="71" y="481"/>
                      <a:pt x="10" y="1101"/>
                    </a:cubicBezTo>
                    <a:cubicBezTo>
                      <a:pt x="5" y="1161"/>
                      <a:pt x="0" y="1222"/>
                      <a:pt x="0" y="1284"/>
                    </a:cubicBezTo>
                    <a:cubicBezTo>
                      <a:pt x="0" y="1577"/>
                      <a:pt x="71" y="1843"/>
                      <a:pt x="192" y="2061"/>
                    </a:cubicBezTo>
                    <a:lnTo>
                      <a:pt x="1675" y="2061"/>
                    </a:lnTo>
                    <a:cubicBezTo>
                      <a:pt x="1796" y="1843"/>
                      <a:pt x="1866" y="1577"/>
                      <a:pt x="1866" y="1284"/>
                    </a:cubicBezTo>
                    <a:cubicBezTo>
                      <a:pt x="1866" y="1194"/>
                      <a:pt x="1862" y="1106"/>
                      <a:pt x="1847" y="1022"/>
                    </a:cubicBezTo>
                    <a:cubicBezTo>
                      <a:pt x="1759" y="438"/>
                      <a:pt x="1386" y="1"/>
                      <a:pt x="9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7034175" y="4308325"/>
                <a:ext cx="47000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1880" h="1149" extrusionOk="0">
                    <a:moveTo>
                      <a:pt x="783" y="0"/>
                    </a:moveTo>
                    <a:cubicBezTo>
                      <a:pt x="730" y="0"/>
                      <a:pt x="677" y="7"/>
                      <a:pt x="625" y="20"/>
                    </a:cubicBezTo>
                    <a:cubicBezTo>
                      <a:pt x="233" y="119"/>
                      <a:pt x="0" y="584"/>
                      <a:pt x="9" y="1148"/>
                    </a:cubicBezTo>
                    <a:lnTo>
                      <a:pt x="1880" y="1148"/>
                    </a:lnTo>
                    <a:cubicBezTo>
                      <a:pt x="1763" y="729"/>
                      <a:pt x="1540" y="388"/>
                      <a:pt x="1283" y="188"/>
                    </a:cubicBezTo>
                    <a:cubicBezTo>
                      <a:pt x="1123" y="67"/>
                      <a:pt x="952" y="0"/>
                      <a:pt x="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7090475" y="4308375"/>
                <a:ext cx="5260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1147" extrusionOk="0">
                    <a:moveTo>
                      <a:pt x="1327" y="0"/>
                    </a:moveTo>
                    <a:cubicBezTo>
                      <a:pt x="1178" y="0"/>
                      <a:pt x="1021" y="37"/>
                      <a:pt x="868" y="107"/>
                    </a:cubicBezTo>
                    <a:cubicBezTo>
                      <a:pt x="659" y="201"/>
                      <a:pt x="458" y="358"/>
                      <a:pt x="295" y="569"/>
                    </a:cubicBezTo>
                    <a:cubicBezTo>
                      <a:pt x="151" y="750"/>
                      <a:pt x="52" y="951"/>
                      <a:pt x="1" y="1146"/>
                    </a:cubicBezTo>
                    <a:lnTo>
                      <a:pt x="2054" y="1146"/>
                    </a:lnTo>
                    <a:cubicBezTo>
                      <a:pt x="2091" y="993"/>
                      <a:pt x="2104" y="844"/>
                      <a:pt x="2091" y="709"/>
                    </a:cubicBezTo>
                    <a:cubicBezTo>
                      <a:pt x="2067" y="485"/>
                      <a:pt x="1970" y="289"/>
                      <a:pt x="1806" y="158"/>
                    </a:cubicBezTo>
                    <a:cubicBezTo>
                      <a:pt x="1669" y="52"/>
                      <a:pt x="1503" y="0"/>
                      <a:pt x="13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7125125" y="4325225"/>
                <a:ext cx="414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473" extrusionOk="0">
                    <a:moveTo>
                      <a:pt x="957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05" y="244"/>
                      <a:pt x="0" y="472"/>
                    </a:cubicBezTo>
                    <a:lnTo>
                      <a:pt x="1656" y="472"/>
                    </a:lnTo>
                    <a:cubicBezTo>
                      <a:pt x="1609" y="347"/>
                      <a:pt x="1535" y="240"/>
                      <a:pt x="1428" y="156"/>
                    </a:cubicBezTo>
                    <a:cubicBezTo>
                      <a:pt x="1295" y="52"/>
                      <a:pt x="1131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7172925" y="4325225"/>
                <a:ext cx="41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473" extrusionOk="0">
                    <a:moveTo>
                      <a:pt x="958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11" y="244"/>
                      <a:pt x="0" y="472"/>
                    </a:cubicBezTo>
                    <a:lnTo>
                      <a:pt x="1661" y="472"/>
                    </a:lnTo>
                    <a:cubicBezTo>
                      <a:pt x="1615" y="347"/>
                      <a:pt x="1535" y="240"/>
                      <a:pt x="1432" y="156"/>
                    </a:cubicBezTo>
                    <a:cubicBezTo>
                      <a:pt x="1296" y="52"/>
                      <a:pt x="1132" y="1"/>
                      <a:pt x="9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" name="Google Shape;136;p7"/>
            <p:cNvSpPr/>
            <p:nvPr/>
          </p:nvSpPr>
          <p:spPr>
            <a:xfrm rot="10800000" flipH="1">
              <a:off x="8578550" y="-1094200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7"/>
          <p:cNvGrpSpPr/>
          <p:nvPr/>
        </p:nvGrpSpPr>
        <p:grpSpPr>
          <a:xfrm>
            <a:off x="-1380575" y="716400"/>
            <a:ext cx="2419665" cy="4542900"/>
            <a:chOff x="-1380575" y="716400"/>
            <a:chExt cx="2419665" cy="4542900"/>
          </a:xfrm>
        </p:grpSpPr>
        <p:grpSp>
          <p:nvGrpSpPr>
            <p:cNvPr id="138" name="Google Shape;138;p7"/>
            <p:cNvGrpSpPr/>
            <p:nvPr/>
          </p:nvGrpSpPr>
          <p:grpSpPr>
            <a:xfrm>
              <a:off x="-256284" y="1248755"/>
              <a:ext cx="1295373" cy="504315"/>
              <a:chOff x="5860838" y="1725109"/>
              <a:chExt cx="1363694" cy="530914"/>
            </a:xfrm>
          </p:grpSpPr>
          <p:sp>
            <p:nvSpPr>
              <p:cNvPr id="139" name="Google Shape;139;p7"/>
              <p:cNvSpPr/>
              <p:nvPr/>
            </p:nvSpPr>
            <p:spPr>
              <a:xfrm>
                <a:off x="6188929" y="1725109"/>
                <a:ext cx="480947" cy="530912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348" extrusionOk="0">
                    <a:moveTo>
                      <a:pt x="1063" y="1"/>
                    </a:moveTo>
                    <a:cubicBezTo>
                      <a:pt x="527" y="1"/>
                      <a:pt x="84" y="547"/>
                      <a:pt x="9" y="1256"/>
                    </a:cubicBezTo>
                    <a:cubicBezTo>
                      <a:pt x="5" y="1322"/>
                      <a:pt x="0" y="1391"/>
                      <a:pt x="0" y="1462"/>
                    </a:cubicBezTo>
                    <a:cubicBezTo>
                      <a:pt x="0" y="1792"/>
                      <a:pt x="84" y="2100"/>
                      <a:pt x="219" y="2347"/>
                    </a:cubicBezTo>
                    <a:lnTo>
                      <a:pt x="1908" y="2347"/>
                    </a:lnTo>
                    <a:cubicBezTo>
                      <a:pt x="2043" y="2100"/>
                      <a:pt x="2127" y="1792"/>
                      <a:pt x="2127" y="1462"/>
                    </a:cubicBezTo>
                    <a:cubicBezTo>
                      <a:pt x="2127" y="1359"/>
                      <a:pt x="2117" y="1260"/>
                      <a:pt x="2103" y="1163"/>
                    </a:cubicBezTo>
                    <a:cubicBezTo>
                      <a:pt x="2005" y="500"/>
                      <a:pt x="1576" y="1"/>
                      <a:pt x="10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5860838" y="1959589"/>
                <a:ext cx="484112" cy="296433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1311" extrusionOk="0">
                    <a:moveTo>
                      <a:pt x="887" y="0"/>
                    </a:moveTo>
                    <a:cubicBezTo>
                      <a:pt x="827" y="0"/>
                      <a:pt x="767" y="8"/>
                      <a:pt x="709" y="23"/>
                    </a:cubicBezTo>
                    <a:cubicBezTo>
                      <a:pt x="266" y="139"/>
                      <a:pt x="0" y="667"/>
                      <a:pt x="14" y="1310"/>
                    </a:cubicBezTo>
                    <a:lnTo>
                      <a:pt x="2141" y="1310"/>
                    </a:lnTo>
                    <a:cubicBezTo>
                      <a:pt x="2011" y="834"/>
                      <a:pt x="1759" y="447"/>
                      <a:pt x="1460" y="219"/>
                    </a:cubicBezTo>
                    <a:cubicBezTo>
                      <a:pt x="1281" y="80"/>
                      <a:pt x="1083" y="0"/>
                      <a:pt x="8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440820" y="1960493"/>
                <a:ext cx="542224" cy="29552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1307" extrusionOk="0">
                    <a:moveTo>
                      <a:pt x="1518" y="0"/>
                    </a:moveTo>
                    <a:cubicBezTo>
                      <a:pt x="1347" y="0"/>
                      <a:pt x="1166" y="42"/>
                      <a:pt x="989" y="122"/>
                    </a:cubicBezTo>
                    <a:cubicBezTo>
                      <a:pt x="751" y="229"/>
                      <a:pt x="523" y="406"/>
                      <a:pt x="337" y="649"/>
                    </a:cubicBezTo>
                    <a:cubicBezTo>
                      <a:pt x="173" y="854"/>
                      <a:pt x="61" y="1082"/>
                      <a:pt x="1" y="1306"/>
                    </a:cubicBezTo>
                    <a:lnTo>
                      <a:pt x="2337" y="1306"/>
                    </a:lnTo>
                    <a:cubicBezTo>
                      <a:pt x="2384" y="1134"/>
                      <a:pt x="2398" y="961"/>
                      <a:pt x="2380" y="802"/>
                    </a:cubicBezTo>
                    <a:cubicBezTo>
                      <a:pt x="2352" y="551"/>
                      <a:pt x="2244" y="327"/>
                      <a:pt x="2057" y="178"/>
                    </a:cubicBezTo>
                    <a:cubicBezTo>
                      <a:pt x="1904" y="57"/>
                      <a:pt x="1718" y="0"/>
                      <a:pt x="1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797401" y="2133922"/>
                <a:ext cx="427131" cy="12210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540" extrusionOk="0">
                    <a:moveTo>
                      <a:pt x="1082" y="1"/>
                    </a:moveTo>
                    <a:cubicBezTo>
                      <a:pt x="991" y="1"/>
                      <a:pt x="897" y="12"/>
                      <a:pt x="803" y="35"/>
                    </a:cubicBezTo>
                    <a:cubicBezTo>
                      <a:pt x="523" y="110"/>
                      <a:pt x="237" y="278"/>
                      <a:pt x="0" y="539"/>
                    </a:cubicBezTo>
                    <a:lnTo>
                      <a:pt x="1889" y="539"/>
                    </a:lnTo>
                    <a:cubicBezTo>
                      <a:pt x="1838" y="395"/>
                      <a:pt x="1749" y="274"/>
                      <a:pt x="1628" y="180"/>
                    </a:cubicBezTo>
                    <a:cubicBezTo>
                      <a:pt x="1474" y="58"/>
                      <a:pt x="1284" y="1"/>
                      <a:pt x="1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3" name="Google Shape;143;p7"/>
            <p:cNvSpPr/>
            <p:nvPr/>
          </p:nvSpPr>
          <p:spPr>
            <a:xfrm flipH="1">
              <a:off x="-1380575" y="716400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7"/>
          <p:cNvGrpSpPr/>
          <p:nvPr/>
        </p:nvGrpSpPr>
        <p:grpSpPr>
          <a:xfrm>
            <a:off x="4101650" y="4604007"/>
            <a:ext cx="1701345" cy="662368"/>
            <a:chOff x="5860838" y="1725109"/>
            <a:chExt cx="1363694" cy="530914"/>
          </a:xfrm>
        </p:grpSpPr>
        <p:sp>
          <p:nvSpPr>
            <p:cNvPr id="145" name="Google Shape;145;p7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7"/>
          <p:cNvGrpSpPr/>
          <p:nvPr/>
        </p:nvGrpSpPr>
        <p:grpSpPr>
          <a:xfrm flipH="1">
            <a:off x="1317416" y="4351842"/>
            <a:ext cx="1295373" cy="504315"/>
            <a:chOff x="5860838" y="1725109"/>
            <a:chExt cx="1363694" cy="530914"/>
          </a:xfrm>
        </p:grpSpPr>
        <p:sp>
          <p:nvSpPr>
            <p:cNvPr id="150" name="Google Shape;150;p7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7"/>
          <p:cNvSpPr txBox="1">
            <a:spLocks noGrp="1"/>
          </p:cNvSpPr>
          <p:nvPr>
            <p:ph type="body" idx="1"/>
          </p:nvPr>
        </p:nvSpPr>
        <p:spPr>
          <a:xfrm>
            <a:off x="713225" y="1984100"/>
            <a:ext cx="4294800" cy="22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1268250" y="2833275"/>
            <a:ext cx="6607500" cy="8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9"/>
          <p:cNvSpPr txBox="1">
            <a:spLocks noGrp="1"/>
          </p:cNvSpPr>
          <p:nvPr>
            <p:ph type="subTitle" idx="1"/>
          </p:nvPr>
        </p:nvSpPr>
        <p:spPr>
          <a:xfrm>
            <a:off x="1268250" y="3622700"/>
            <a:ext cx="6607500" cy="9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9"/>
          <p:cNvGrpSpPr/>
          <p:nvPr/>
        </p:nvGrpSpPr>
        <p:grpSpPr>
          <a:xfrm>
            <a:off x="-675725" y="1449825"/>
            <a:ext cx="2036627" cy="4542900"/>
            <a:chOff x="-675725" y="1449825"/>
            <a:chExt cx="2036627" cy="4542900"/>
          </a:xfrm>
        </p:grpSpPr>
        <p:grpSp>
          <p:nvGrpSpPr>
            <p:cNvPr id="192" name="Google Shape;192;p9"/>
            <p:cNvGrpSpPr/>
            <p:nvPr/>
          </p:nvGrpSpPr>
          <p:grpSpPr>
            <a:xfrm>
              <a:off x="65529" y="2098792"/>
              <a:ext cx="1295373" cy="504315"/>
              <a:chOff x="5860838" y="1725109"/>
              <a:chExt cx="1363694" cy="530914"/>
            </a:xfrm>
          </p:grpSpPr>
          <p:sp>
            <p:nvSpPr>
              <p:cNvPr id="193" name="Google Shape;193;p9"/>
              <p:cNvSpPr/>
              <p:nvPr/>
            </p:nvSpPr>
            <p:spPr>
              <a:xfrm>
                <a:off x="6188929" y="1725109"/>
                <a:ext cx="480947" cy="530912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348" extrusionOk="0">
                    <a:moveTo>
                      <a:pt x="1063" y="1"/>
                    </a:moveTo>
                    <a:cubicBezTo>
                      <a:pt x="527" y="1"/>
                      <a:pt x="84" y="547"/>
                      <a:pt x="9" y="1256"/>
                    </a:cubicBezTo>
                    <a:cubicBezTo>
                      <a:pt x="5" y="1322"/>
                      <a:pt x="0" y="1391"/>
                      <a:pt x="0" y="1462"/>
                    </a:cubicBezTo>
                    <a:cubicBezTo>
                      <a:pt x="0" y="1792"/>
                      <a:pt x="84" y="2100"/>
                      <a:pt x="219" y="2347"/>
                    </a:cubicBezTo>
                    <a:lnTo>
                      <a:pt x="1908" y="2347"/>
                    </a:lnTo>
                    <a:cubicBezTo>
                      <a:pt x="2043" y="2100"/>
                      <a:pt x="2127" y="1792"/>
                      <a:pt x="2127" y="1462"/>
                    </a:cubicBezTo>
                    <a:cubicBezTo>
                      <a:pt x="2127" y="1359"/>
                      <a:pt x="2117" y="1260"/>
                      <a:pt x="2103" y="1163"/>
                    </a:cubicBezTo>
                    <a:cubicBezTo>
                      <a:pt x="2005" y="500"/>
                      <a:pt x="1576" y="1"/>
                      <a:pt x="10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5860838" y="1959589"/>
                <a:ext cx="484112" cy="296433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1311" extrusionOk="0">
                    <a:moveTo>
                      <a:pt x="887" y="0"/>
                    </a:moveTo>
                    <a:cubicBezTo>
                      <a:pt x="827" y="0"/>
                      <a:pt x="767" y="8"/>
                      <a:pt x="709" y="23"/>
                    </a:cubicBezTo>
                    <a:cubicBezTo>
                      <a:pt x="266" y="139"/>
                      <a:pt x="0" y="667"/>
                      <a:pt x="14" y="1310"/>
                    </a:cubicBezTo>
                    <a:lnTo>
                      <a:pt x="2141" y="1310"/>
                    </a:lnTo>
                    <a:cubicBezTo>
                      <a:pt x="2011" y="834"/>
                      <a:pt x="1759" y="447"/>
                      <a:pt x="1460" y="219"/>
                    </a:cubicBezTo>
                    <a:cubicBezTo>
                      <a:pt x="1281" y="80"/>
                      <a:pt x="1083" y="0"/>
                      <a:pt x="8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440820" y="1960493"/>
                <a:ext cx="542224" cy="29552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1307" extrusionOk="0">
                    <a:moveTo>
                      <a:pt x="1518" y="0"/>
                    </a:moveTo>
                    <a:cubicBezTo>
                      <a:pt x="1347" y="0"/>
                      <a:pt x="1166" y="42"/>
                      <a:pt x="989" y="122"/>
                    </a:cubicBezTo>
                    <a:cubicBezTo>
                      <a:pt x="751" y="229"/>
                      <a:pt x="523" y="406"/>
                      <a:pt x="337" y="649"/>
                    </a:cubicBezTo>
                    <a:cubicBezTo>
                      <a:pt x="173" y="854"/>
                      <a:pt x="61" y="1082"/>
                      <a:pt x="1" y="1306"/>
                    </a:cubicBezTo>
                    <a:lnTo>
                      <a:pt x="2337" y="1306"/>
                    </a:lnTo>
                    <a:cubicBezTo>
                      <a:pt x="2384" y="1134"/>
                      <a:pt x="2398" y="961"/>
                      <a:pt x="2380" y="802"/>
                    </a:cubicBezTo>
                    <a:cubicBezTo>
                      <a:pt x="2352" y="551"/>
                      <a:pt x="2244" y="327"/>
                      <a:pt x="2057" y="178"/>
                    </a:cubicBezTo>
                    <a:cubicBezTo>
                      <a:pt x="1904" y="57"/>
                      <a:pt x="1718" y="0"/>
                      <a:pt x="1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797401" y="2133922"/>
                <a:ext cx="427131" cy="12210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540" extrusionOk="0">
                    <a:moveTo>
                      <a:pt x="1082" y="1"/>
                    </a:moveTo>
                    <a:cubicBezTo>
                      <a:pt x="991" y="1"/>
                      <a:pt x="897" y="12"/>
                      <a:pt x="803" y="35"/>
                    </a:cubicBezTo>
                    <a:cubicBezTo>
                      <a:pt x="523" y="110"/>
                      <a:pt x="237" y="278"/>
                      <a:pt x="0" y="539"/>
                    </a:cubicBezTo>
                    <a:lnTo>
                      <a:pt x="1889" y="539"/>
                    </a:lnTo>
                    <a:cubicBezTo>
                      <a:pt x="1838" y="395"/>
                      <a:pt x="1749" y="274"/>
                      <a:pt x="1628" y="180"/>
                    </a:cubicBezTo>
                    <a:cubicBezTo>
                      <a:pt x="1474" y="58"/>
                      <a:pt x="1284" y="1"/>
                      <a:pt x="1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7" name="Google Shape;197;p9"/>
            <p:cNvSpPr/>
            <p:nvPr/>
          </p:nvSpPr>
          <p:spPr>
            <a:xfrm flipH="1">
              <a:off x="-675725" y="1449825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9"/>
          <p:cNvGrpSpPr/>
          <p:nvPr/>
        </p:nvGrpSpPr>
        <p:grpSpPr>
          <a:xfrm>
            <a:off x="6944616" y="-2884900"/>
            <a:ext cx="2452559" cy="4542900"/>
            <a:chOff x="6944616" y="-2884900"/>
            <a:chExt cx="2452559" cy="4542900"/>
          </a:xfrm>
        </p:grpSpPr>
        <p:grpSp>
          <p:nvGrpSpPr>
            <p:cNvPr id="199" name="Google Shape;199;p9"/>
            <p:cNvGrpSpPr/>
            <p:nvPr/>
          </p:nvGrpSpPr>
          <p:grpSpPr>
            <a:xfrm>
              <a:off x="6944616" y="278592"/>
              <a:ext cx="1295373" cy="504315"/>
              <a:chOff x="5860838" y="1725109"/>
              <a:chExt cx="1363694" cy="530914"/>
            </a:xfrm>
          </p:grpSpPr>
          <p:sp>
            <p:nvSpPr>
              <p:cNvPr id="200" name="Google Shape;200;p9"/>
              <p:cNvSpPr/>
              <p:nvPr/>
            </p:nvSpPr>
            <p:spPr>
              <a:xfrm>
                <a:off x="6188929" y="1725109"/>
                <a:ext cx="480947" cy="530912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348" extrusionOk="0">
                    <a:moveTo>
                      <a:pt x="1063" y="1"/>
                    </a:moveTo>
                    <a:cubicBezTo>
                      <a:pt x="527" y="1"/>
                      <a:pt x="84" y="547"/>
                      <a:pt x="9" y="1256"/>
                    </a:cubicBezTo>
                    <a:cubicBezTo>
                      <a:pt x="5" y="1322"/>
                      <a:pt x="0" y="1391"/>
                      <a:pt x="0" y="1462"/>
                    </a:cubicBezTo>
                    <a:cubicBezTo>
                      <a:pt x="0" y="1792"/>
                      <a:pt x="84" y="2100"/>
                      <a:pt x="219" y="2347"/>
                    </a:cubicBezTo>
                    <a:lnTo>
                      <a:pt x="1908" y="2347"/>
                    </a:lnTo>
                    <a:cubicBezTo>
                      <a:pt x="2043" y="2100"/>
                      <a:pt x="2127" y="1792"/>
                      <a:pt x="2127" y="1462"/>
                    </a:cubicBezTo>
                    <a:cubicBezTo>
                      <a:pt x="2127" y="1359"/>
                      <a:pt x="2117" y="1260"/>
                      <a:pt x="2103" y="1163"/>
                    </a:cubicBezTo>
                    <a:cubicBezTo>
                      <a:pt x="2005" y="500"/>
                      <a:pt x="1576" y="1"/>
                      <a:pt x="10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860838" y="1959589"/>
                <a:ext cx="484112" cy="296433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1311" extrusionOk="0">
                    <a:moveTo>
                      <a:pt x="887" y="0"/>
                    </a:moveTo>
                    <a:cubicBezTo>
                      <a:pt x="827" y="0"/>
                      <a:pt x="767" y="8"/>
                      <a:pt x="709" y="23"/>
                    </a:cubicBezTo>
                    <a:cubicBezTo>
                      <a:pt x="266" y="139"/>
                      <a:pt x="0" y="667"/>
                      <a:pt x="14" y="1310"/>
                    </a:cubicBezTo>
                    <a:lnTo>
                      <a:pt x="2141" y="1310"/>
                    </a:lnTo>
                    <a:cubicBezTo>
                      <a:pt x="2011" y="834"/>
                      <a:pt x="1759" y="447"/>
                      <a:pt x="1460" y="219"/>
                    </a:cubicBezTo>
                    <a:cubicBezTo>
                      <a:pt x="1281" y="80"/>
                      <a:pt x="1083" y="0"/>
                      <a:pt x="8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6440820" y="1960493"/>
                <a:ext cx="542224" cy="29552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1307" extrusionOk="0">
                    <a:moveTo>
                      <a:pt x="1518" y="0"/>
                    </a:moveTo>
                    <a:cubicBezTo>
                      <a:pt x="1347" y="0"/>
                      <a:pt x="1166" y="42"/>
                      <a:pt x="989" y="122"/>
                    </a:cubicBezTo>
                    <a:cubicBezTo>
                      <a:pt x="751" y="229"/>
                      <a:pt x="523" y="406"/>
                      <a:pt x="337" y="649"/>
                    </a:cubicBezTo>
                    <a:cubicBezTo>
                      <a:pt x="173" y="854"/>
                      <a:pt x="61" y="1082"/>
                      <a:pt x="1" y="1306"/>
                    </a:cubicBezTo>
                    <a:lnTo>
                      <a:pt x="2337" y="1306"/>
                    </a:lnTo>
                    <a:cubicBezTo>
                      <a:pt x="2384" y="1134"/>
                      <a:pt x="2398" y="961"/>
                      <a:pt x="2380" y="802"/>
                    </a:cubicBezTo>
                    <a:cubicBezTo>
                      <a:pt x="2352" y="551"/>
                      <a:pt x="2244" y="327"/>
                      <a:pt x="2057" y="178"/>
                    </a:cubicBezTo>
                    <a:cubicBezTo>
                      <a:pt x="1904" y="57"/>
                      <a:pt x="1718" y="0"/>
                      <a:pt x="1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6797401" y="2133922"/>
                <a:ext cx="427131" cy="12210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540" extrusionOk="0">
                    <a:moveTo>
                      <a:pt x="1082" y="1"/>
                    </a:moveTo>
                    <a:cubicBezTo>
                      <a:pt x="991" y="1"/>
                      <a:pt x="897" y="12"/>
                      <a:pt x="803" y="35"/>
                    </a:cubicBezTo>
                    <a:cubicBezTo>
                      <a:pt x="523" y="110"/>
                      <a:pt x="237" y="278"/>
                      <a:pt x="0" y="539"/>
                    </a:cubicBezTo>
                    <a:lnTo>
                      <a:pt x="1889" y="539"/>
                    </a:lnTo>
                    <a:cubicBezTo>
                      <a:pt x="1838" y="395"/>
                      <a:pt x="1749" y="274"/>
                      <a:pt x="1628" y="180"/>
                    </a:cubicBezTo>
                    <a:cubicBezTo>
                      <a:pt x="1474" y="58"/>
                      <a:pt x="1284" y="1"/>
                      <a:pt x="1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4" name="Google Shape;204;p9"/>
            <p:cNvSpPr/>
            <p:nvPr/>
          </p:nvSpPr>
          <p:spPr>
            <a:xfrm rot="10800000" flipH="1">
              <a:off x="7711775" y="-2884900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1"/>
          </p:nvPr>
        </p:nvSpPr>
        <p:spPr>
          <a:xfrm>
            <a:off x="700965" y="226508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subTitle" idx="2"/>
          </p:nvPr>
        </p:nvSpPr>
        <p:spPr>
          <a:xfrm>
            <a:off x="3390750" y="226508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3"/>
          </p:nvPr>
        </p:nvSpPr>
        <p:spPr>
          <a:xfrm>
            <a:off x="700965" y="399826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subTitle" idx="4"/>
          </p:nvPr>
        </p:nvSpPr>
        <p:spPr>
          <a:xfrm>
            <a:off x="3390750" y="399826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5"/>
          </p:nvPr>
        </p:nvSpPr>
        <p:spPr>
          <a:xfrm>
            <a:off x="6080535" y="226508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6"/>
          </p:nvPr>
        </p:nvSpPr>
        <p:spPr>
          <a:xfrm>
            <a:off x="6080535" y="3998263"/>
            <a:ext cx="23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775" y="1433469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0" name="Google Shape;240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775" y="3166064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 idx="9" hasCustomPrompt="1"/>
          </p:nvPr>
        </p:nvSpPr>
        <p:spPr>
          <a:xfrm>
            <a:off x="4195561" y="1433469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13" hasCustomPrompt="1"/>
          </p:nvPr>
        </p:nvSpPr>
        <p:spPr>
          <a:xfrm>
            <a:off x="4195561" y="3166064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14" hasCustomPrompt="1"/>
          </p:nvPr>
        </p:nvSpPr>
        <p:spPr>
          <a:xfrm>
            <a:off x="6885346" y="1433469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15" hasCustomPrompt="1"/>
          </p:nvPr>
        </p:nvSpPr>
        <p:spPr>
          <a:xfrm>
            <a:off x="6885346" y="3166064"/>
            <a:ext cx="753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16"/>
          </p:nvPr>
        </p:nvSpPr>
        <p:spPr>
          <a:xfrm>
            <a:off x="700965" y="1902561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17"/>
          </p:nvPr>
        </p:nvSpPr>
        <p:spPr>
          <a:xfrm>
            <a:off x="3390750" y="1902561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18"/>
          </p:nvPr>
        </p:nvSpPr>
        <p:spPr>
          <a:xfrm>
            <a:off x="6080535" y="1902561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9"/>
          </p:nvPr>
        </p:nvSpPr>
        <p:spPr>
          <a:xfrm>
            <a:off x="700965" y="3635223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20"/>
          </p:nvPr>
        </p:nvSpPr>
        <p:spPr>
          <a:xfrm>
            <a:off x="3390750" y="3635223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21"/>
          </p:nvPr>
        </p:nvSpPr>
        <p:spPr>
          <a:xfrm>
            <a:off x="6080535" y="3635223"/>
            <a:ext cx="2362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51" name="Google Shape;251;p13"/>
          <p:cNvGrpSpPr/>
          <p:nvPr/>
        </p:nvGrpSpPr>
        <p:grpSpPr>
          <a:xfrm>
            <a:off x="5406424" y="4682388"/>
            <a:ext cx="1013770" cy="394682"/>
            <a:chOff x="5860838" y="1725109"/>
            <a:chExt cx="1363694" cy="530914"/>
          </a:xfrm>
        </p:grpSpPr>
        <p:sp>
          <p:nvSpPr>
            <p:cNvPr id="252" name="Google Shape;252;p13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" name="Google Shape;256;p13"/>
          <p:cNvGrpSpPr/>
          <p:nvPr/>
        </p:nvGrpSpPr>
        <p:grpSpPr>
          <a:xfrm>
            <a:off x="8424056" y="356978"/>
            <a:ext cx="1812755" cy="518366"/>
            <a:chOff x="7034175" y="4285500"/>
            <a:chExt cx="180275" cy="51550"/>
          </a:xfrm>
        </p:grpSpPr>
        <p:sp>
          <p:nvSpPr>
            <p:cNvPr id="257" name="Google Shape;257;p13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" name="Google Shape;262;p13"/>
          <p:cNvSpPr/>
          <p:nvPr/>
        </p:nvSpPr>
        <p:spPr>
          <a:xfrm>
            <a:off x="8610625" y="13320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13"/>
          <p:cNvGrpSpPr/>
          <p:nvPr/>
        </p:nvGrpSpPr>
        <p:grpSpPr>
          <a:xfrm>
            <a:off x="-1092744" y="307878"/>
            <a:ext cx="1812755" cy="518366"/>
            <a:chOff x="7034175" y="4285500"/>
            <a:chExt cx="180275" cy="51550"/>
          </a:xfrm>
        </p:grpSpPr>
        <p:sp>
          <p:nvSpPr>
            <p:cNvPr id="264" name="Google Shape;264;p13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13"/>
          <p:cNvSpPr/>
          <p:nvPr/>
        </p:nvSpPr>
        <p:spPr>
          <a:xfrm rot="10800000">
            <a:off x="-1151975" y="-11418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SECTION_TITLE_AND_DESCRIPTION_1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"/>
          <p:cNvSpPr txBox="1">
            <a:spLocks noGrp="1"/>
          </p:cNvSpPr>
          <p:nvPr>
            <p:ph type="title"/>
          </p:nvPr>
        </p:nvSpPr>
        <p:spPr>
          <a:xfrm>
            <a:off x="1716600" y="1481350"/>
            <a:ext cx="5710800" cy="16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1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1"/>
          <p:cNvSpPr txBox="1">
            <a:spLocks noGrp="1"/>
          </p:cNvSpPr>
          <p:nvPr>
            <p:ph type="subTitle" idx="1"/>
          </p:nvPr>
        </p:nvSpPr>
        <p:spPr>
          <a:xfrm>
            <a:off x="1716600" y="2991050"/>
            <a:ext cx="5710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28" name="Google Shape;428;p21"/>
          <p:cNvGrpSpPr/>
          <p:nvPr/>
        </p:nvGrpSpPr>
        <p:grpSpPr>
          <a:xfrm>
            <a:off x="-955386" y="-3164650"/>
            <a:ext cx="2402636" cy="5917691"/>
            <a:chOff x="-955386" y="-3164650"/>
            <a:chExt cx="2402636" cy="5917691"/>
          </a:xfrm>
        </p:grpSpPr>
        <p:grpSp>
          <p:nvGrpSpPr>
            <p:cNvPr id="429" name="Google Shape;429;p21"/>
            <p:cNvGrpSpPr/>
            <p:nvPr/>
          </p:nvGrpSpPr>
          <p:grpSpPr>
            <a:xfrm flipH="1">
              <a:off x="-955386" y="2090690"/>
              <a:ext cx="2316299" cy="662350"/>
              <a:chOff x="7034175" y="4285500"/>
              <a:chExt cx="180275" cy="51550"/>
            </a:xfrm>
          </p:grpSpPr>
          <p:sp>
            <p:nvSpPr>
              <p:cNvPr id="430" name="Google Shape;430;p21"/>
              <p:cNvSpPr/>
              <p:nvPr/>
            </p:nvSpPr>
            <p:spPr>
              <a:xfrm>
                <a:off x="7066000" y="4285500"/>
                <a:ext cx="46675" cy="51550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2062" extrusionOk="0">
                    <a:moveTo>
                      <a:pt x="934" y="1"/>
                    </a:moveTo>
                    <a:cubicBezTo>
                      <a:pt x="462" y="1"/>
                      <a:pt x="71" y="481"/>
                      <a:pt x="10" y="1101"/>
                    </a:cubicBezTo>
                    <a:cubicBezTo>
                      <a:pt x="5" y="1161"/>
                      <a:pt x="0" y="1222"/>
                      <a:pt x="0" y="1284"/>
                    </a:cubicBezTo>
                    <a:cubicBezTo>
                      <a:pt x="0" y="1577"/>
                      <a:pt x="71" y="1843"/>
                      <a:pt x="192" y="2061"/>
                    </a:cubicBezTo>
                    <a:lnTo>
                      <a:pt x="1675" y="2061"/>
                    </a:lnTo>
                    <a:cubicBezTo>
                      <a:pt x="1796" y="1843"/>
                      <a:pt x="1866" y="1577"/>
                      <a:pt x="1866" y="1284"/>
                    </a:cubicBezTo>
                    <a:cubicBezTo>
                      <a:pt x="1866" y="1194"/>
                      <a:pt x="1862" y="1106"/>
                      <a:pt x="1847" y="1022"/>
                    </a:cubicBezTo>
                    <a:cubicBezTo>
                      <a:pt x="1759" y="438"/>
                      <a:pt x="1386" y="1"/>
                      <a:pt x="9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1"/>
              <p:cNvSpPr/>
              <p:nvPr/>
            </p:nvSpPr>
            <p:spPr>
              <a:xfrm>
                <a:off x="7034175" y="4308325"/>
                <a:ext cx="47000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1880" h="1149" extrusionOk="0">
                    <a:moveTo>
                      <a:pt x="783" y="0"/>
                    </a:moveTo>
                    <a:cubicBezTo>
                      <a:pt x="730" y="0"/>
                      <a:pt x="677" y="7"/>
                      <a:pt x="625" y="20"/>
                    </a:cubicBezTo>
                    <a:cubicBezTo>
                      <a:pt x="233" y="119"/>
                      <a:pt x="0" y="584"/>
                      <a:pt x="9" y="1148"/>
                    </a:cubicBezTo>
                    <a:lnTo>
                      <a:pt x="1880" y="1148"/>
                    </a:lnTo>
                    <a:cubicBezTo>
                      <a:pt x="1763" y="729"/>
                      <a:pt x="1540" y="388"/>
                      <a:pt x="1283" y="188"/>
                    </a:cubicBezTo>
                    <a:cubicBezTo>
                      <a:pt x="1123" y="67"/>
                      <a:pt x="952" y="0"/>
                      <a:pt x="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1"/>
              <p:cNvSpPr/>
              <p:nvPr/>
            </p:nvSpPr>
            <p:spPr>
              <a:xfrm>
                <a:off x="7090475" y="4308375"/>
                <a:ext cx="5260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1147" extrusionOk="0">
                    <a:moveTo>
                      <a:pt x="1327" y="0"/>
                    </a:moveTo>
                    <a:cubicBezTo>
                      <a:pt x="1178" y="0"/>
                      <a:pt x="1021" y="37"/>
                      <a:pt x="868" y="107"/>
                    </a:cubicBezTo>
                    <a:cubicBezTo>
                      <a:pt x="659" y="201"/>
                      <a:pt x="458" y="358"/>
                      <a:pt x="295" y="569"/>
                    </a:cubicBezTo>
                    <a:cubicBezTo>
                      <a:pt x="151" y="750"/>
                      <a:pt x="52" y="951"/>
                      <a:pt x="1" y="1146"/>
                    </a:cubicBezTo>
                    <a:lnTo>
                      <a:pt x="2054" y="1146"/>
                    </a:lnTo>
                    <a:cubicBezTo>
                      <a:pt x="2091" y="993"/>
                      <a:pt x="2104" y="844"/>
                      <a:pt x="2091" y="709"/>
                    </a:cubicBezTo>
                    <a:cubicBezTo>
                      <a:pt x="2067" y="485"/>
                      <a:pt x="1970" y="289"/>
                      <a:pt x="1806" y="158"/>
                    </a:cubicBezTo>
                    <a:cubicBezTo>
                      <a:pt x="1669" y="52"/>
                      <a:pt x="1503" y="0"/>
                      <a:pt x="13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>
                <a:off x="7125125" y="4325225"/>
                <a:ext cx="414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473" extrusionOk="0">
                    <a:moveTo>
                      <a:pt x="957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05" y="244"/>
                      <a:pt x="0" y="472"/>
                    </a:cubicBezTo>
                    <a:lnTo>
                      <a:pt x="1656" y="472"/>
                    </a:lnTo>
                    <a:cubicBezTo>
                      <a:pt x="1609" y="347"/>
                      <a:pt x="1535" y="240"/>
                      <a:pt x="1428" y="156"/>
                    </a:cubicBezTo>
                    <a:cubicBezTo>
                      <a:pt x="1295" y="52"/>
                      <a:pt x="1131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>
                <a:off x="7172925" y="4325225"/>
                <a:ext cx="41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473" extrusionOk="0">
                    <a:moveTo>
                      <a:pt x="958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11" y="244"/>
                      <a:pt x="0" y="472"/>
                    </a:cubicBezTo>
                    <a:lnTo>
                      <a:pt x="1661" y="472"/>
                    </a:lnTo>
                    <a:cubicBezTo>
                      <a:pt x="1615" y="347"/>
                      <a:pt x="1535" y="240"/>
                      <a:pt x="1432" y="156"/>
                    </a:cubicBezTo>
                    <a:cubicBezTo>
                      <a:pt x="1296" y="52"/>
                      <a:pt x="1132" y="1"/>
                      <a:pt x="9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5" name="Google Shape;435;p21"/>
            <p:cNvSpPr/>
            <p:nvPr/>
          </p:nvSpPr>
          <p:spPr>
            <a:xfrm rot="10800000" flipH="1">
              <a:off x="-238150" y="-3164650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21"/>
          <p:cNvGrpSpPr/>
          <p:nvPr/>
        </p:nvGrpSpPr>
        <p:grpSpPr>
          <a:xfrm>
            <a:off x="7783079" y="728625"/>
            <a:ext cx="2510646" cy="4542900"/>
            <a:chOff x="7783079" y="728625"/>
            <a:chExt cx="2510646" cy="4542900"/>
          </a:xfrm>
        </p:grpSpPr>
        <p:grpSp>
          <p:nvGrpSpPr>
            <p:cNvPr id="437" name="Google Shape;437;p21"/>
            <p:cNvGrpSpPr/>
            <p:nvPr/>
          </p:nvGrpSpPr>
          <p:grpSpPr>
            <a:xfrm>
              <a:off x="7783079" y="2509792"/>
              <a:ext cx="1295373" cy="504315"/>
              <a:chOff x="5860838" y="1725109"/>
              <a:chExt cx="1363694" cy="530914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6188929" y="1725109"/>
                <a:ext cx="480947" cy="530912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348" extrusionOk="0">
                    <a:moveTo>
                      <a:pt x="1063" y="1"/>
                    </a:moveTo>
                    <a:cubicBezTo>
                      <a:pt x="527" y="1"/>
                      <a:pt x="84" y="547"/>
                      <a:pt x="9" y="1256"/>
                    </a:cubicBezTo>
                    <a:cubicBezTo>
                      <a:pt x="5" y="1322"/>
                      <a:pt x="0" y="1391"/>
                      <a:pt x="0" y="1462"/>
                    </a:cubicBezTo>
                    <a:cubicBezTo>
                      <a:pt x="0" y="1792"/>
                      <a:pt x="84" y="2100"/>
                      <a:pt x="219" y="2347"/>
                    </a:cubicBezTo>
                    <a:lnTo>
                      <a:pt x="1908" y="2347"/>
                    </a:lnTo>
                    <a:cubicBezTo>
                      <a:pt x="2043" y="2100"/>
                      <a:pt x="2127" y="1792"/>
                      <a:pt x="2127" y="1462"/>
                    </a:cubicBezTo>
                    <a:cubicBezTo>
                      <a:pt x="2127" y="1359"/>
                      <a:pt x="2117" y="1260"/>
                      <a:pt x="2103" y="1163"/>
                    </a:cubicBezTo>
                    <a:cubicBezTo>
                      <a:pt x="2005" y="500"/>
                      <a:pt x="1576" y="1"/>
                      <a:pt x="10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5860838" y="1959589"/>
                <a:ext cx="484112" cy="296433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1311" extrusionOk="0">
                    <a:moveTo>
                      <a:pt x="887" y="0"/>
                    </a:moveTo>
                    <a:cubicBezTo>
                      <a:pt x="827" y="0"/>
                      <a:pt x="767" y="8"/>
                      <a:pt x="709" y="23"/>
                    </a:cubicBezTo>
                    <a:cubicBezTo>
                      <a:pt x="266" y="139"/>
                      <a:pt x="0" y="667"/>
                      <a:pt x="14" y="1310"/>
                    </a:cubicBezTo>
                    <a:lnTo>
                      <a:pt x="2141" y="1310"/>
                    </a:lnTo>
                    <a:cubicBezTo>
                      <a:pt x="2011" y="834"/>
                      <a:pt x="1759" y="447"/>
                      <a:pt x="1460" y="219"/>
                    </a:cubicBezTo>
                    <a:cubicBezTo>
                      <a:pt x="1281" y="80"/>
                      <a:pt x="1083" y="0"/>
                      <a:pt x="8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1"/>
              <p:cNvSpPr/>
              <p:nvPr/>
            </p:nvSpPr>
            <p:spPr>
              <a:xfrm>
                <a:off x="6440820" y="1960493"/>
                <a:ext cx="542224" cy="29552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1307" extrusionOk="0">
                    <a:moveTo>
                      <a:pt x="1518" y="0"/>
                    </a:moveTo>
                    <a:cubicBezTo>
                      <a:pt x="1347" y="0"/>
                      <a:pt x="1166" y="42"/>
                      <a:pt x="989" y="122"/>
                    </a:cubicBezTo>
                    <a:cubicBezTo>
                      <a:pt x="751" y="229"/>
                      <a:pt x="523" y="406"/>
                      <a:pt x="337" y="649"/>
                    </a:cubicBezTo>
                    <a:cubicBezTo>
                      <a:pt x="173" y="854"/>
                      <a:pt x="61" y="1082"/>
                      <a:pt x="1" y="1306"/>
                    </a:cubicBezTo>
                    <a:lnTo>
                      <a:pt x="2337" y="1306"/>
                    </a:lnTo>
                    <a:cubicBezTo>
                      <a:pt x="2384" y="1134"/>
                      <a:pt x="2398" y="961"/>
                      <a:pt x="2380" y="802"/>
                    </a:cubicBezTo>
                    <a:cubicBezTo>
                      <a:pt x="2352" y="551"/>
                      <a:pt x="2244" y="327"/>
                      <a:pt x="2057" y="178"/>
                    </a:cubicBezTo>
                    <a:cubicBezTo>
                      <a:pt x="1904" y="57"/>
                      <a:pt x="1718" y="0"/>
                      <a:pt x="1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1"/>
              <p:cNvSpPr/>
              <p:nvPr/>
            </p:nvSpPr>
            <p:spPr>
              <a:xfrm>
                <a:off x="6797401" y="2133922"/>
                <a:ext cx="427131" cy="12210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540" extrusionOk="0">
                    <a:moveTo>
                      <a:pt x="1082" y="1"/>
                    </a:moveTo>
                    <a:cubicBezTo>
                      <a:pt x="991" y="1"/>
                      <a:pt x="897" y="12"/>
                      <a:pt x="803" y="35"/>
                    </a:cubicBezTo>
                    <a:cubicBezTo>
                      <a:pt x="523" y="110"/>
                      <a:pt x="237" y="278"/>
                      <a:pt x="0" y="539"/>
                    </a:cubicBezTo>
                    <a:lnTo>
                      <a:pt x="1889" y="539"/>
                    </a:lnTo>
                    <a:cubicBezTo>
                      <a:pt x="1838" y="395"/>
                      <a:pt x="1749" y="274"/>
                      <a:pt x="1628" y="180"/>
                    </a:cubicBezTo>
                    <a:cubicBezTo>
                      <a:pt x="1474" y="58"/>
                      <a:pt x="1284" y="1"/>
                      <a:pt x="1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2" name="Google Shape;442;p21"/>
            <p:cNvSpPr/>
            <p:nvPr/>
          </p:nvSpPr>
          <p:spPr>
            <a:xfrm flipH="1">
              <a:off x="8608325" y="728625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4"/>
          <p:cNvSpPr txBox="1">
            <a:spLocks noGrp="1"/>
          </p:cNvSpPr>
          <p:nvPr>
            <p:ph type="subTitle" idx="1"/>
          </p:nvPr>
        </p:nvSpPr>
        <p:spPr>
          <a:xfrm>
            <a:off x="4809005" y="1843250"/>
            <a:ext cx="29655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24"/>
          <p:cNvSpPr txBox="1">
            <a:spLocks noGrp="1"/>
          </p:cNvSpPr>
          <p:nvPr>
            <p:ph type="subTitle" idx="2"/>
          </p:nvPr>
        </p:nvSpPr>
        <p:spPr>
          <a:xfrm>
            <a:off x="1369488" y="1843250"/>
            <a:ext cx="2965500" cy="24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5" name="Google Shape;495;p24"/>
          <p:cNvGrpSpPr/>
          <p:nvPr/>
        </p:nvGrpSpPr>
        <p:grpSpPr>
          <a:xfrm>
            <a:off x="6114464" y="1178332"/>
            <a:ext cx="3827407" cy="5042993"/>
            <a:chOff x="6114464" y="1178332"/>
            <a:chExt cx="3827407" cy="5042993"/>
          </a:xfrm>
        </p:grpSpPr>
        <p:grpSp>
          <p:nvGrpSpPr>
            <p:cNvPr id="496" name="Google Shape;496;p24"/>
            <p:cNvGrpSpPr/>
            <p:nvPr/>
          </p:nvGrpSpPr>
          <p:grpSpPr>
            <a:xfrm flipH="1">
              <a:off x="6114464" y="4351853"/>
              <a:ext cx="2316299" cy="662350"/>
              <a:chOff x="7034175" y="4285500"/>
              <a:chExt cx="180275" cy="51550"/>
            </a:xfrm>
          </p:grpSpPr>
          <p:sp>
            <p:nvSpPr>
              <p:cNvPr id="497" name="Google Shape;497;p24"/>
              <p:cNvSpPr/>
              <p:nvPr/>
            </p:nvSpPr>
            <p:spPr>
              <a:xfrm>
                <a:off x="7066000" y="4285500"/>
                <a:ext cx="46675" cy="51550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2062" extrusionOk="0">
                    <a:moveTo>
                      <a:pt x="934" y="1"/>
                    </a:moveTo>
                    <a:cubicBezTo>
                      <a:pt x="462" y="1"/>
                      <a:pt x="71" y="481"/>
                      <a:pt x="10" y="1101"/>
                    </a:cubicBezTo>
                    <a:cubicBezTo>
                      <a:pt x="5" y="1161"/>
                      <a:pt x="0" y="1222"/>
                      <a:pt x="0" y="1284"/>
                    </a:cubicBezTo>
                    <a:cubicBezTo>
                      <a:pt x="0" y="1577"/>
                      <a:pt x="71" y="1843"/>
                      <a:pt x="192" y="2061"/>
                    </a:cubicBezTo>
                    <a:lnTo>
                      <a:pt x="1675" y="2061"/>
                    </a:lnTo>
                    <a:cubicBezTo>
                      <a:pt x="1796" y="1843"/>
                      <a:pt x="1866" y="1577"/>
                      <a:pt x="1866" y="1284"/>
                    </a:cubicBezTo>
                    <a:cubicBezTo>
                      <a:pt x="1866" y="1194"/>
                      <a:pt x="1862" y="1106"/>
                      <a:pt x="1847" y="1022"/>
                    </a:cubicBezTo>
                    <a:cubicBezTo>
                      <a:pt x="1759" y="438"/>
                      <a:pt x="1386" y="1"/>
                      <a:pt x="93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4"/>
              <p:cNvSpPr/>
              <p:nvPr/>
            </p:nvSpPr>
            <p:spPr>
              <a:xfrm>
                <a:off x="7034175" y="4308325"/>
                <a:ext cx="47000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1880" h="1149" extrusionOk="0">
                    <a:moveTo>
                      <a:pt x="783" y="0"/>
                    </a:moveTo>
                    <a:cubicBezTo>
                      <a:pt x="730" y="0"/>
                      <a:pt x="677" y="7"/>
                      <a:pt x="625" y="20"/>
                    </a:cubicBezTo>
                    <a:cubicBezTo>
                      <a:pt x="233" y="119"/>
                      <a:pt x="0" y="584"/>
                      <a:pt x="9" y="1148"/>
                    </a:cubicBezTo>
                    <a:lnTo>
                      <a:pt x="1880" y="1148"/>
                    </a:lnTo>
                    <a:cubicBezTo>
                      <a:pt x="1763" y="729"/>
                      <a:pt x="1540" y="388"/>
                      <a:pt x="1283" y="188"/>
                    </a:cubicBezTo>
                    <a:cubicBezTo>
                      <a:pt x="1123" y="67"/>
                      <a:pt x="952" y="0"/>
                      <a:pt x="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4"/>
              <p:cNvSpPr/>
              <p:nvPr/>
            </p:nvSpPr>
            <p:spPr>
              <a:xfrm>
                <a:off x="7090475" y="4308375"/>
                <a:ext cx="5260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1147" extrusionOk="0">
                    <a:moveTo>
                      <a:pt x="1327" y="0"/>
                    </a:moveTo>
                    <a:cubicBezTo>
                      <a:pt x="1178" y="0"/>
                      <a:pt x="1021" y="37"/>
                      <a:pt x="868" y="107"/>
                    </a:cubicBezTo>
                    <a:cubicBezTo>
                      <a:pt x="659" y="201"/>
                      <a:pt x="458" y="358"/>
                      <a:pt x="295" y="569"/>
                    </a:cubicBezTo>
                    <a:cubicBezTo>
                      <a:pt x="151" y="750"/>
                      <a:pt x="52" y="951"/>
                      <a:pt x="1" y="1146"/>
                    </a:cubicBezTo>
                    <a:lnTo>
                      <a:pt x="2054" y="1146"/>
                    </a:lnTo>
                    <a:cubicBezTo>
                      <a:pt x="2091" y="993"/>
                      <a:pt x="2104" y="844"/>
                      <a:pt x="2091" y="709"/>
                    </a:cubicBezTo>
                    <a:cubicBezTo>
                      <a:pt x="2067" y="485"/>
                      <a:pt x="1970" y="289"/>
                      <a:pt x="1806" y="158"/>
                    </a:cubicBezTo>
                    <a:cubicBezTo>
                      <a:pt x="1669" y="52"/>
                      <a:pt x="1503" y="0"/>
                      <a:pt x="13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4"/>
              <p:cNvSpPr/>
              <p:nvPr/>
            </p:nvSpPr>
            <p:spPr>
              <a:xfrm>
                <a:off x="7125125" y="4325225"/>
                <a:ext cx="414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473" extrusionOk="0">
                    <a:moveTo>
                      <a:pt x="957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05" y="244"/>
                      <a:pt x="0" y="472"/>
                    </a:cubicBezTo>
                    <a:lnTo>
                      <a:pt x="1656" y="472"/>
                    </a:lnTo>
                    <a:cubicBezTo>
                      <a:pt x="1609" y="347"/>
                      <a:pt x="1535" y="240"/>
                      <a:pt x="1428" y="156"/>
                    </a:cubicBezTo>
                    <a:cubicBezTo>
                      <a:pt x="1295" y="52"/>
                      <a:pt x="1131" y="1"/>
                      <a:pt x="9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4"/>
              <p:cNvSpPr/>
              <p:nvPr/>
            </p:nvSpPr>
            <p:spPr>
              <a:xfrm>
                <a:off x="7172925" y="4325225"/>
                <a:ext cx="41525" cy="11825"/>
              </a:xfrm>
              <a:custGeom>
                <a:avLst/>
                <a:gdLst/>
                <a:ahLst/>
                <a:cxnLst/>
                <a:rect l="l" t="t" r="r" b="b"/>
                <a:pathLst>
                  <a:path w="1661" h="473" extrusionOk="0">
                    <a:moveTo>
                      <a:pt x="958" y="1"/>
                    </a:moveTo>
                    <a:cubicBezTo>
                      <a:pt x="875" y="1"/>
                      <a:pt x="790" y="12"/>
                      <a:pt x="705" y="35"/>
                    </a:cubicBezTo>
                    <a:cubicBezTo>
                      <a:pt x="457" y="95"/>
                      <a:pt x="211" y="244"/>
                      <a:pt x="0" y="472"/>
                    </a:cubicBezTo>
                    <a:lnTo>
                      <a:pt x="1661" y="472"/>
                    </a:lnTo>
                    <a:cubicBezTo>
                      <a:pt x="1615" y="347"/>
                      <a:pt x="1535" y="240"/>
                      <a:pt x="1432" y="156"/>
                    </a:cubicBezTo>
                    <a:cubicBezTo>
                      <a:pt x="1296" y="52"/>
                      <a:pt x="1132" y="1"/>
                      <a:pt x="9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2" name="Google Shape;502;p24"/>
            <p:cNvGrpSpPr/>
            <p:nvPr/>
          </p:nvGrpSpPr>
          <p:grpSpPr>
            <a:xfrm>
              <a:off x="8240525" y="1178332"/>
              <a:ext cx="1701345" cy="662368"/>
              <a:chOff x="5860838" y="1725109"/>
              <a:chExt cx="1363694" cy="530914"/>
            </a:xfrm>
          </p:grpSpPr>
          <p:sp>
            <p:nvSpPr>
              <p:cNvPr id="503" name="Google Shape;503;p24"/>
              <p:cNvSpPr/>
              <p:nvPr/>
            </p:nvSpPr>
            <p:spPr>
              <a:xfrm>
                <a:off x="6188929" y="1725109"/>
                <a:ext cx="480947" cy="530912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348" extrusionOk="0">
                    <a:moveTo>
                      <a:pt x="1063" y="1"/>
                    </a:moveTo>
                    <a:cubicBezTo>
                      <a:pt x="527" y="1"/>
                      <a:pt x="84" y="547"/>
                      <a:pt x="9" y="1256"/>
                    </a:cubicBezTo>
                    <a:cubicBezTo>
                      <a:pt x="5" y="1322"/>
                      <a:pt x="0" y="1391"/>
                      <a:pt x="0" y="1462"/>
                    </a:cubicBezTo>
                    <a:cubicBezTo>
                      <a:pt x="0" y="1792"/>
                      <a:pt x="84" y="2100"/>
                      <a:pt x="219" y="2347"/>
                    </a:cubicBezTo>
                    <a:lnTo>
                      <a:pt x="1908" y="2347"/>
                    </a:lnTo>
                    <a:cubicBezTo>
                      <a:pt x="2043" y="2100"/>
                      <a:pt x="2127" y="1792"/>
                      <a:pt x="2127" y="1462"/>
                    </a:cubicBezTo>
                    <a:cubicBezTo>
                      <a:pt x="2127" y="1359"/>
                      <a:pt x="2117" y="1260"/>
                      <a:pt x="2103" y="1163"/>
                    </a:cubicBezTo>
                    <a:cubicBezTo>
                      <a:pt x="2005" y="500"/>
                      <a:pt x="1576" y="1"/>
                      <a:pt x="106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4"/>
              <p:cNvSpPr/>
              <p:nvPr/>
            </p:nvSpPr>
            <p:spPr>
              <a:xfrm>
                <a:off x="5860838" y="1959589"/>
                <a:ext cx="484112" cy="296433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1311" extrusionOk="0">
                    <a:moveTo>
                      <a:pt x="887" y="0"/>
                    </a:moveTo>
                    <a:cubicBezTo>
                      <a:pt x="827" y="0"/>
                      <a:pt x="767" y="8"/>
                      <a:pt x="709" y="23"/>
                    </a:cubicBezTo>
                    <a:cubicBezTo>
                      <a:pt x="266" y="139"/>
                      <a:pt x="0" y="667"/>
                      <a:pt x="14" y="1310"/>
                    </a:cubicBezTo>
                    <a:lnTo>
                      <a:pt x="2141" y="1310"/>
                    </a:lnTo>
                    <a:cubicBezTo>
                      <a:pt x="2011" y="834"/>
                      <a:pt x="1759" y="447"/>
                      <a:pt x="1460" y="219"/>
                    </a:cubicBezTo>
                    <a:cubicBezTo>
                      <a:pt x="1281" y="80"/>
                      <a:pt x="1083" y="0"/>
                      <a:pt x="8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4"/>
              <p:cNvSpPr/>
              <p:nvPr/>
            </p:nvSpPr>
            <p:spPr>
              <a:xfrm>
                <a:off x="6440820" y="1960493"/>
                <a:ext cx="542224" cy="295529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1307" extrusionOk="0">
                    <a:moveTo>
                      <a:pt x="1518" y="0"/>
                    </a:moveTo>
                    <a:cubicBezTo>
                      <a:pt x="1347" y="0"/>
                      <a:pt x="1166" y="42"/>
                      <a:pt x="989" y="122"/>
                    </a:cubicBezTo>
                    <a:cubicBezTo>
                      <a:pt x="751" y="229"/>
                      <a:pt x="523" y="406"/>
                      <a:pt x="337" y="649"/>
                    </a:cubicBezTo>
                    <a:cubicBezTo>
                      <a:pt x="173" y="854"/>
                      <a:pt x="61" y="1082"/>
                      <a:pt x="1" y="1306"/>
                    </a:cubicBezTo>
                    <a:lnTo>
                      <a:pt x="2337" y="1306"/>
                    </a:lnTo>
                    <a:cubicBezTo>
                      <a:pt x="2384" y="1134"/>
                      <a:pt x="2398" y="961"/>
                      <a:pt x="2380" y="802"/>
                    </a:cubicBezTo>
                    <a:cubicBezTo>
                      <a:pt x="2352" y="551"/>
                      <a:pt x="2244" y="327"/>
                      <a:pt x="2057" y="178"/>
                    </a:cubicBezTo>
                    <a:cubicBezTo>
                      <a:pt x="1904" y="57"/>
                      <a:pt x="1718" y="0"/>
                      <a:pt x="1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4"/>
              <p:cNvSpPr/>
              <p:nvPr/>
            </p:nvSpPr>
            <p:spPr>
              <a:xfrm>
                <a:off x="6797401" y="2133922"/>
                <a:ext cx="427131" cy="122101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540" extrusionOk="0">
                    <a:moveTo>
                      <a:pt x="1082" y="1"/>
                    </a:moveTo>
                    <a:cubicBezTo>
                      <a:pt x="991" y="1"/>
                      <a:pt x="897" y="12"/>
                      <a:pt x="803" y="35"/>
                    </a:cubicBezTo>
                    <a:cubicBezTo>
                      <a:pt x="523" y="110"/>
                      <a:pt x="237" y="278"/>
                      <a:pt x="0" y="539"/>
                    </a:cubicBezTo>
                    <a:lnTo>
                      <a:pt x="1889" y="539"/>
                    </a:lnTo>
                    <a:cubicBezTo>
                      <a:pt x="1838" y="395"/>
                      <a:pt x="1749" y="274"/>
                      <a:pt x="1628" y="180"/>
                    </a:cubicBezTo>
                    <a:cubicBezTo>
                      <a:pt x="1474" y="58"/>
                      <a:pt x="1284" y="1"/>
                      <a:pt x="10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7" name="Google Shape;507;p24"/>
            <p:cNvSpPr/>
            <p:nvPr/>
          </p:nvSpPr>
          <p:spPr>
            <a:xfrm>
              <a:off x="8248500" y="1678425"/>
              <a:ext cx="1685400" cy="45429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24"/>
          <p:cNvGrpSpPr/>
          <p:nvPr/>
        </p:nvGrpSpPr>
        <p:grpSpPr>
          <a:xfrm>
            <a:off x="294966" y="4351842"/>
            <a:ext cx="1295373" cy="504315"/>
            <a:chOff x="5860838" y="1725109"/>
            <a:chExt cx="1363694" cy="530914"/>
          </a:xfrm>
        </p:grpSpPr>
        <p:sp>
          <p:nvSpPr>
            <p:cNvPr id="509" name="Google Shape;509;p24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" name="Google Shape;513;p24"/>
          <p:cNvSpPr/>
          <p:nvPr/>
        </p:nvSpPr>
        <p:spPr>
          <a:xfrm rot="10800000">
            <a:off x="-1237700" y="-1170400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32"/>
          <p:cNvGrpSpPr/>
          <p:nvPr/>
        </p:nvGrpSpPr>
        <p:grpSpPr>
          <a:xfrm>
            <a:off x="7248216" y="2432167"/>
            <a:ext cx="1295373" cy="504315"/>
            <a:chOff x="5860838" y="1725109"/>
            <a:chExt cx="1363694" cy="530914"/>
          </a:xfrm>
        </p:grpSpPr>
        <p:sp>
          <p:nvSpPr>
            <p:cNvPr id="729" name="Google Shape;729;p32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" name="Google Shape;733;p32"/>
          <p:cNvSpPr/>
          <p:nvPr/>
        </p:nvSpPr>
        <p:spPr>
          <a:xfrm>
            <a:off x="7930850" y="716400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4" name="Google Shape;734;p32"/>
          <p:cNvGrpSpPr/>
          <p:nvPr/>
        </p:nvGrpSpPr>
        <p:grpSpPr>
          <a:xfrm>
            <a:off x="8378375" y="4384182"/>
            <a:ext cx="1701345" cy="662368"/>
            <a:chOff x="5860838" y="1725109"/>
            <a:chExt cx="1363694" cy="530914"/>
          </a:xfrm>
        </p:grpSpPr>
        <p:sp>
          <p:nvSpPr>
            <p:cNvPr id="735" name="Google Shape;735;p32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2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2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33"/>
          <p:cNvGrpSpPr/>
          <p:nvPr/>
        </p:nvGrpSpPr>
        <p:grpSpPr>
          <a:xfrm>
            <a:off x="476206" y="2761502"/>
            <a:ext cx="742941" cy="289242"/>
            <a:chOff x="5860838" y="1725109"/>
            <a:chExt cx="1363694" cy="530914"/>
          </a:xfrm>
        </p:grpSpPr>
        <p:sp>
          <p:nvSpPr>
            <p:cNvPr id="741" name="Google Shape;741;p33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5" name="Google Shape;745;p33"/>
          <p:cNvGrpSpPr/>
          <p:nvPr/>
        </p:nvGrpSpPr>
        <p:grpSpPr>
          <a:xfrm flipH="1">
            <a:off x="304816" y="458742"/>
            <a:ext cx="1295373" cy="504315"/>
            <a:chOff x="5860838" y="1725109"/>
            <a:chExt cx="1363694" cy="530914"/>
          </a:xfrm>
        </p:grpSpPr>
        <p:sp>
          <p:nvSpPr>
            <p:cNvPr id="746" name="Google Shape;746;p33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3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0" name="Google Shape;750;p33"/>
          <p:cNvSpPr/>
          <p:nvPr/>
        </p:nvSpPr>
        <p:spPr>
          <a:xfrm rot="10800000">
            <a:off x="-618575" y="-93227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1" name="Google Shape;751;p33"/>
          <p:cNvGrpSpPr/>
          <p:nvPr/>
        </p:nvGrpSpPr>
        <p:grpSpPr>
          <a:xfrm>
            <a:off x="304814" y="4329065"/>
            <a:ext cx="2316299" cy="662350"/>
            <a:chOff x="7034175" y="4285500"/>
            <a:chExt cx="180275" cy="51550"/>
          </a:xfrm>
        </p:grpSpPr>
        <p:sp>
          <p:nvSpPr>
            <p:cNvPr id="752" name="Google Shape;752;p33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3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3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" name="Google Shape;758;p34"/>
          <p:cNvGrpSpPr/>
          <p:nvPr/>
        </p:nvGrpSpPr>
        <p:grpSpPr>
          <a:xfrm>
            <a:off x="7686366" y="2832217"/>
            <a:ext cx="1295373" cy="504315"/>
            <a:chOff x="5860838" y="1725109"/>
            <a:chExt cx="1363694" cy="530914"/>
          </a:xfrm>
        </p:grpSpPr>
        <p:sp>
          <p:nvSpPr>
            <p:cNvPr id="759" name="Google Shape;759;p34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3" name="Google Shape;763;p34"/>
          <p:cNvSpPr/>
          <p:nvPr/>
        </p:nvSpPr>
        <p:spPr>
          <a:xfrm>
            <a:off x="8386350" y="2964300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4" name="Google Shape;764;p34"/>
          <p:cNvGrpSpPr/>
          <p:nvPr/>
        </p:nvGrpSpPr>
        <p:grpSpPr>
          <a:xfrm>
            <a:off x="1020066" y="539492"/>
            <a:ext cx="1295373" cy="504315"/>
            <a:chOff x="5860838" y="1725109"/>
            <a:chExt cx="1363694" cy="530914"/>
          </a:xfrm>
        </p:grpSpPr>
        <p:sp>
          <p:nvSpPr>
            <p:cNvPr id="765" name="Google Shape;765;p34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9" name="Google Shape;769;p34"/>
          <p:cNvSpPr/>
          <p:nvPr/>
        </p:nvSpPr>
        <p:spPr>
          <a:xfrm rot="10800000">
            <a:off x="-485225" y="-2818225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0" name="Google Shape;770;p34"/>
          <p:cNvGrpSpPr/>
          <p:nvPr/>
        </p:nvGrpSpPr>
        <p:grpSpPr>
          <a:xfrm>
            <a:off x="713214" y="4272815"/>
            <a:ext cx="2316299" cy="662350"/>
            <a:chOff x="7034175" y="4285500"/>
            <a:chExt cx="180275" cy="51550"/>
          </a:xfrm>
        </p:grpSpPr>
        <p:sp>
          <p:nvSpPr>
            <p:cNvPr id="771" name="Google Shape;771;p34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34"/>
          <p:cNvGrpSpPr/>
          <p:nvPr/>
        </p:nvGrpSpPr>
        <p:grpSpPr>
          <a:xfrm>
            <a:off x="8206925" y="631870"/>
            <a:ext cx="1701345" cy="662368"/>
            <a:chOff x="5860838" y="1725109"/>
            <a:chExt cx="1363694" cy="530914"/>
          </a:xfrm>
        </p:grpSpPr>
        <p:sp>
          <p:nvSpPr>
            <p:cNvPr id="777" name="Google Shape;777;p34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1" name="Google Shape;781;p34"/>
          <p:cNvSpPr/>
          <p:nvPr/>
        </p:nvSpPr>
        <p:spPr>
          <a:xfrm>
            <a:off x="-336850" y="3554850"/>
            <a:ext cx="1685400" cy="45429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"/>
              <a:buNone/>
              <a:defRPr sz="35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8" r:id="rId5"/>
    <p:sldLayoutId id="2147483659" r:id="rId6"/>
    <p:sldLayoutId id="2147483667" r:id="rId7"/>
    <p:sldLayoutId id="2147483670" r:id="rId8"/>
    <p:sldLayoutId id="2147483678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8"/>
          <p:cNvGrpSpPr/>
          <p:nvPr/>
        </p:nvGrpSpPr>
        <p:grpSpPr>
          <a:xfrm>
            <a:off x="6257616" y="3251317"/>
            <a:ext cx="1295373" cy="504315"/>
            <a:chOff x="5860838" y="1725109"/>
            <a:chExt cx="1363694" cy="530914"/>
          </a:xfrm>
        </p:grpSpPr>
        <p:sp>
          <p:nvSpPr>
            <p:cNvPr id="793" name="Google Shape;793;p38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8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8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8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38"/>
          <p:cNvSpPr txBox="1">
            <a:spLocks noGrp="1"/>
          </p:cNvSpPr>
          <p:nvPr>
            <p:ph type="ctrTitle"/>
          </p:nvPr>
        </p:nvSpPr>
        <p:spPr>
          <a:xfrm>
            <a:off x="740834" y="2182936"/>
            <a:ext cx="4759331" cy="16273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GB" sz="3200" dirty="0">
                <a:solidFill>
                  <a:schemeClr val="accent3"/>
                </a:solidFill>
              </a:rPr>
              <a:t>Identifying Low-Risk Aircraft for New Aviation Division Launch</a:t>
            </a:r>
            <a:br>
              <a:rPr lang="en-GB" b="0" dirty="0"/>
            </a:br>
            <a:endParaRPr sz="3200" dirty="0">
              <a:solidFill>
                <a:schemeClr val="accent3"/>
              </a:solidFill>
            </a:endParaRPr>
          </a:p>
        </p:txBody>
      </p:sp>
      <p:grpSp>
        <p:nvGrpSpPr>
          <p:cNvPr id="799" name="Google Shape;799;p38"/>
          <p:cNvGrpSpPr/>
          <p:nvPr/>
        </p:nvGrpSpPr>
        <p:grpSpPr>
          <a:xfrm>
            <a:off x="5513398" y="479195"/>
            <a:ext cx="8865052" cy="2825976"/>
            <a:chOff x="6041334" y="1305468"/>
            <a:chExt cx="4520449" cy="1441016"/>
          </a:xfrm>
        </p:grpSpPr>
        <p:sp>
          <p:nvSpPr>
            <p:cNvPr id="800" name="Google Shape;800;p38"/>
            <p:cNvSpPr/>
            <p:nvPr/>
          </p:nvSpPr>
          <p:spPr>
            <a:xfrm>
              <a:off x="6041334" y="1936517"/>
              <a:ext cx="1567967" cy="651665"/>
            </a:xfrm>
            <a:custGeom>
              <a:avLst/>
              <a:gdLst/>
              <a:ahLst/>
              <a:cxnLst/>
              <a:rect l="l" t="t" r="r" b="b"/>
              <a:pathLst>
                <a:path w="7300" h="3034" extrusionOk="0">
                  <a:moveTo>
                    <a:pt x="7300" y="1"/>
                  </a:moveTo>
                  <a:cubicBezTo>
                    <a:pt x="6363" y="5"/>
                    <a:pt x="5425" y="10"/>
                    <a:pt x="4488" y="15"/>
                  </a:cubicBezTo>
                  <a:cubicBezTo>
                    <a:pt x="4006" y="20"/>
                    <a:pt x="3531" y="20"/>
                    <a:pt x="3050" y="24"/>
                  </a:cubicBezTo>
                  <a:cubicBezTo>
                    <a:pt x="2878" y="38"/>
                    <a:pt x="2561" y="94"/>
                    <a:pt x="2253" y="290"/>
                  </a:cubicBezTo>
                  <a:cubicBezTo>
                    <a:pt x="2109" y="384"/>
                    <a:pt x="2002" y="481"/>
                    <a:pt x="1931" y="565"/>
                  </a:cubicBezTo>
                  <a:cubicBezTo>
                    <a:pt x="1666" y="645"/>
                    <a:pt x="1269" y="785"/>
                    <a:pt x="831" y="1017"/>
                  </a:cubicBezTo>
                  <a:cubicBezTo>
                    <a:pt x="331" y="1279"/>
                    <a:pt x="5" y="1452"/>
                    <a:pt x="5" y="1671"/>
                  </a:cubicBezTo>
                  <a:cubicBezTo>
                    <a:pt x="0" y="1946"/>
                    <a:pt x="514" y="2231"/>
                    <a:pt x="1227" y="2375"/>
                  </a:cubicBezTo>
                  <a:cubicBezTo>
                    <a:pt x="1791" y="2511"/>
                    <a:pt x="2398" y="2636"/>
                    <a:pt x="3050" y="2739"/>
                  </a:cubicBezTo>
                  <a:cubicBezTo>
                    <a:pt x="3545" y="2819"/>
                    <a:pt x="4025" y="2879"/>
                    <a:pt x="4488" y="2920"/>
                  </a:cubicBezTo>
                  <a:cubicBezTo>
                    <a:pt x="5299" y="3002"/>
                    <a:pt x="6061" y="3034"/>
                    <a:pt x="6765" y="3034"/>
                  </a:cubicBezTo>
                  <a:cubicBezTo>
                    <a:pt x="6947" y="3034"/>
                    <a:pt x="7126" y="3032"/>
                    <a:pt x="7300" y="3028"/>
                  </a:cubicBezTo>
                  <a:lnTo>
                    <a:pt x="730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7611010" y="1934584"/>
              <a:ext cx="2654160" cy="655531"/>
            </a:xfrm>
            <a:custGeom>
              <a:avLst/>
              <a:gdLst/>
              <a:ahLst/>
              <a:cxnLst/>
              <a:rect l="l" t="t" r="r" b="b"/>
              <a:pathLst>
                <a:path w="12357" h="3052" extrusionOk="0">
                  <a:moveTo>
                    <a:pt x="1" y="1"/>
                  </a:moveTo>
                  <a:lnTo>
                    <a:pt x="1" y="3051"/>
                  </a:lnTo>
                  <a:lnTo>
                    <a:pt x="6657" y="3051"/>
                  </a:lnTo>
                  <a:lnTo>
                    <a:pt x="6657" y="1614"/>
                  </a:lnTo>
                  <a:lnTo>
                    <a:pt x="11461" y="1614"/>
                  </a:lnTo>
                  <a:cubicBezTo>
                    <a:pt x="11718" y="1228"/>
                    <a:pt x="11970" y="845"/>
                    <a:pt x="12226" y="458"/>
                  </a:cubicBezTo>
                  <a:cubicBezTo>
                    <a:pt x="12357" y="262"/>
                    <a:pt x="12217" y="1"/>
                    <a:pt x="1197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9419316" y="1305468"/>
              <a:ext cx="789998" cy="629327"/>
            </a:xfrm>
            <a:custGeom>
              <a:avLst/>
              <a:gdLst/>
              <a:ahLst/>
              <a:cxnLst/>
              <a:rect l="l" t="t" r="r" b="b"/>
              <a:pathLst>
                <a:path w="3678" h="2930" extrusionOk="0">
                  <a:moveTo>
                    <a:pt x="2692" y="0"/>
                  </a:moveTo>
                  <a:lnTo>
                    <a:pt x="705" y="2584"/>
                  </a:lnTo>
                  <a:lnTo>
                    <a:pt x="1" y="2930"/>
                  </a:lnTo>
                  <a:lnTo>
                    <a:pt x="3019" y="293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8652091" y="2160971"/>
              <a:ext cx="72384" cy="104602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2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2" y="0"/>
                    <a:pt x="169" y="0"/>
                  </a:cubicBezTo>
                  <a:lnTo>
                    <a:pt x="169" y="0"/>
                  </a:lnTo>
                  <a:cubicBezTo>
                    <a:pt x="75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5" y="486"/>
                    <a:pt x="169" y="486"/>
                  </a:cubicBezTo>
                  <a:close/>
                </a:path>
              </a:pathLst>
            </a:custGeom>
            <a:noFill/>
            <a:ln w="1275" cap="flat" cmpd="sng">
              <a:solidFill>
                <a:srgbClr val="1B1464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8795140" y="2160971"/>
              <a:ext cx="72384" cy="104602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3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3" y="0"/>
                    <a:pt x="169" y="0"/>
                  </a:cubicBezTo>
                  <a:lnTo>
                    <a:pt x="169" y="0"/>
                  </a:lnTo>
                  <a:cubicBezTo>
                    <a:pt x="76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6" y="486"/>
                    <a:pt x="169" y="486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7131387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8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38" y="485"/>
                  </a:cubicBezTo>
                  <a:lnTo>
                    <a:pt x="135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5" y="522"/>
                  </a:cubicBezTo>
                  <a:lnTo>
                    <a:pt x="238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7266489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4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4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7401806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3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43" y="485"/>
                  </a:cubicBezTo>
                  <a:lnTo>
                    <a:pt x="135" y="485"/>
                  </a:lnTo>
                  <a:cubicBezTo>
                    <a:pt x="79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5" y="522"/>
                  </a:cubicBezTo>
                  <a:lnTo>
                    <a:pt x="243" y="522"/>
                  </a:lnTo>
                  <a:cubicBezTo>
                    <a:pt x="313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3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7550869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44" y="37"/>
                  </a:moveTo>
                  <a:cubicBezTo>
                    <a:pt x="295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9" y="444"/>
                    <a:pt x="39" y="388"/>
                  </a:cubicBezTo>
                  <a:lnTo>
                    <a:pt x="39" y="136"/>
                  </a:lnTo>
                  <a:cubicBezTo>
                    <a:pt x="39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2" y="522"/>
                    <a:pt x="136" y="522"/>
                  </a:cubicBezTo>
                  <a:lnTo>
                    <a:pt x="244" y="522"/>
                  </a:lnTo>
                  <a:cubicBezTo>
                    <a:pt x="314" y="522"/>
                    <a:pt x="375" y="462"/>
                    <a:pt x="375" y="388"/>
                  </a:cubicBezTo>
                  <a:lnTo>
                    <a:pt x="375" y="136"/>
                  </a:lnTo>
                  <a:cubicBezTo>
                    <a:pt x="375" y="61"/>
                    <a:pt x="314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7686401" y="2157105"/>
              <a:ext cx="80117" cy="112334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43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7" y="444"/>
                    <a:pt x="37" y="388"/>
                  </a:cubicBezTo>
                  <a:lnTo>
                    <a:pt x="37" y="136"/>
                  </a:lnTo>
                  <a:cubicBezTo>
                    <a:pt x="37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7821503" y="2157105"/>
              <a:ext cx="81405" cy="112334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2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7970781" y="2157105"/>
              <a:ext cx="81405" cy="112334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8106098" y="2157105"/>
              <a:ext cx="81191" cy="112334"/>
            </a:xfrm>
            <a:custGeom>
              <a:avLst/>
              <a:gdLst/>
              <a:ahLst/>
              <a:cxnLst/>
              <a:rect l="l" t="t" r="r" b="b"/>
              <a:pathLst>
                <a:path w="378" h="523" extrusionOk="0">
                  <a:moveTo>
                    <a:pt x="242" y="37"/>
                  </a:moveTo>
                  <a:cubicBezTo>
                    <a:pt x="298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8" y="485"/>
                    <a:pt x="242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2" y="522"/>
                  </a:lnTo>
                  <a:cubicBezTo>
                    <a:pt x="317" y="522"/>
                    <a:pt x="378" y="462"/>
                    <a:pt x="378" y="388"/>
                  </a:cubicBezTo>
                  <a:lnTo>
                    <a:pt x="378" y="136"/>
                  </a:lnTo>
                  <a:cubicBezTo>
                    <a:pt x="378" y="61"/>
                    <a:pt x="317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8242274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36" y="80"/>
                    <a:pt x="336" y="136"/>
                  </a:cubicBezTo>
                  <a:lnTo>
                    <a:pt x="336" y="388"/>
                  </a:lnTo>
                  <a:cubicBezTo>
                    <a:pt x="336" y="444"/>
                    <a:pt x="295" y="485"/>
                    <a:pt x="239" y="485"/>
                  </a:cubicBezTo>
                  <a:lnTo>
                    <a:pt x="131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56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56" y="522"/>
                    <a:pt x="131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8377591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8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38" y="485"/>
                  </a:cubicBezTo>
                  <a:lnTo>
                    <a:pt x="131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1" y="522"/>
                  </a:cubicBezTo>
                  <a:lnTo>
                    <a:pt x="238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8512693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2" y="522"/>
                    <a:pt x="136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rgbClr val="1B1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8940767" y="2157105"/>
              <a:ext cx="80117" cy="112334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37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37" y="485"/>
                  </a:cubicBezTo>
                  <a:lnTo>
                    <a:pt x="130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0" y="37"/>
                  </a:cubicBezTo>
                  <a:close/>
                  <a:moveTo>
                    <a:pt x="130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0" y="522"/>
                  </a:cubicBezTo>
                  <a:lnTo>
                    <a:pt x="237" y="522"/>
                  </a:lnTo>
                  <a:cubicBezTo>
                    <a:pt x="312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2" y="0"/>
                    <a:pt x="2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9075869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9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39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9211185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2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42" y="485"/>
                  </a:cubicBezTo>
                  <a:lnTo>
                    <a:pt x="135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5" y="522"/>
                  </a:cubicBezTo>
                  <a:lnTo>
                    <a:pt x="242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9346288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4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4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9551626" y="2061953"/>
              <a:ext cx="1010157" cy="193524"/>
            </a:xfrm>
            <a:custGeom>
              <a:avLst/>
              <a:gdLst/>
              <a:ahLst/>
              <a:cxnLst/>
              <a:rect l="l" t="t" r="r" b="b"/>
              <a:pathLst>
                <a:path w="4703" h="901" extrusionOk="0">
                  <a:moveTo>
                    <a:pt x="3425" y="0"/>
                  </a:moveTo>
                  <a:lnTo>
                    <a:pt x="1" y="825"/>
                  </a:lnTo>
                  <a:lnTo>
                    <a:pt x="2076" y="900"/>
                  </a:lnTo>
                  <a:lnTo>
                    <a:pt x="4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6041334" y="1939739"/>
              <a:ext cx="963978" cy="624172"/>
            </a:xfrm>
            <a:custGeom>
              <a:avLst/>
              <a:gdLst/>
              <a:ahLst/>
              <a:cxnLst/>
              <a:rect l="l" t="t" r="r" b="b"/>
              <a:pathLst>
                <a:path w="4488" h="2906" extrusionOk="0">
                  <a:moveTo>
                    <a:pt x="4488" y="0"/>
                  </a:moveTo>
                  <a:cubicBezTo>
                    <a:pt x="4006" y="5"/>
                    <a:pt x="3526" y="5"/>
                    <a:pt x="3050" y="9"/>
                  </a:cubicBezTo>
                  <a:cubicBezTo>
                    <a:pt x="2878" y="23"/>
                    <a:pt x="2561" y="79"/>
                    <a:pt x="2253" y="275"/>
                  </a:cubicBezTo>
                  <a:cubicBezTo>
                    <a:pt x="2183" y="317"/>
                    <a:pt x="2122" y="364"/>
                    <a:pt x="2071" y="410"/>
                  </a:cubicBezTo>
                  <a:cubicBezTo>
                    <a:pt x="2015" y="457"/>
                    <a:pt x="1969" y="509"/>
                    <a:pt x="1927" y="550"/>
                  </a:cubicBezTo>
                  <a:cubicBezTo>
                    <a:pt x="1666" y="630"/>
                    <a:pt x="1269" y="770"/>
                    <a:pt x="831" y="1002"/>
                  </a:cubicBezTo>
                  <a:cubicBezTo>
                    <a:pt x="331" y="1264"/>
                    <a:pt x="5" y="1437"/>
                    <a:pt x="5" y="1656"/>
                  </a:cubicBezTo>
                  <a:cubicBezTo>
                    <a:pt x="0" y="1931"/>
                    <a:pt x="514" y="2216"/>
                    <a:pt x="1227" y="2360"/>
                  </a:cubicBezTo>
                  <a:cubicBezTo>
                    <a:pt x="1791" y="2496"/>
                    <a:pt x="2398" y="2621"/>
                    <a:pt x="3050" y="2724"/>
                  </a:cubicBezTo>
                  <a:cubicBezTo>
                    <a:pt x="3545" y="2804"/>
                    <a:pt x="4025" y="2864"/>
                    <a:pt x="4488" y="2905"/>
                  </a:cubicBezTo>
                  <a:lnTo>
                    <a:pt x="448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6744552" y="2098038"/>
              <a:ext cx="156367" cy="233689"/>
            </a:xfrm>
            <a:custGeom>
              <a:avLst/>
              <a:gdLst/>
              <a:ahLst/>
              <a:cxnLst/>
              <a:rect l="l" t="t" r="r" b="b"/>
              <a:pathLst>
                <a:path w="728" h="1088" extrusionOk="0">
                  <a:moveTo>
                    <a:pt x="560" y="47"/>
                  </a:moveTo>
                  <a:cubicBezTo>
                    <a:pt x="626" y="47"/>
                    <a:pt x="682" y="97"/>
                    <a:pt x="682" y="168"/>
                  </a:cubicBezTo>
                  <a:lnTo>
                    <a:pt x="682" y="924"/>
                  </a:lnTo>
                  <a:cubicBezTo>
                    <a:pt x="682" y="989"/>
                    <a:pt x="626" y="1044"/>
                    <a:pt x="560" y="1044"/>
                  </a:cubicBezTo>
                  <a:lnTo>
                    <a:pt x="168" y="1044"/>
                  </a:lnTo>
                  <a:cubicBezTo>
                    <a:pt x="103" y="1044"/>
                    <a:pt x="47" y="989"/>
                    <a:pt x="47" y="924"/>
                  </a:cubicBezTo>
                  <a:lnTo>
                    <a:pt x="47" y="168"/>
                  </a:lnTo>
                  <a:cubicBezTo>
                    <a:pt x="47" y="97"/>
                    <a:pt x="103" y="47"/>
                    <a:pt x="168" y="47"/>
                  </a:cubicBezTo>
                  <a:close/>
                  <a:moveTo>
                    <a:pt x="168" y="0"/>
                  </a:moveTo>
                  <a:cubicBezTo>
                    <a:pt x="75" y="0"/>
                    <a:pt x="0" y="75"/>
                    <a:pt x="0" y="168"/>
                  </a:cubicBezTo>
                  <a:lnTo>
                    <a:pt x="0" y="924"/>
                  </a:lnTo>
                  <a:cubicBezTo>
                    <a:pt x="0" y="1017"/>
                    <a:pt x="75" y="1087"/>
                    <a:pt x="168" y="1087"/>
                  </a:cubicBezTo>
                  <a:lnTo>
                    <a:pt x="560" y="1087"/>
                  </a:lnTo>
                  <a:cubicBezTo>
                    <a:pt x="654" y="1087"/>
                    <a:pt x="728" y="1017"/>
                    <a:pt x="728" y="924"/>
                  </a:cubicBezTo>
                  <a:lnTo>
                    <a:pt x="728" y="168"/>
                  </a:lnTo>
                  <a:cubicBezTo>
                    <a:pt x="728" y="75"/>
                    <a:pt x="654" y="0"/>
                    <a:pt x="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6455017" y="2027802"/>
              <a:ext cx="94508" cy="31144"/>
            </a:xfrm>
            <a:custGeom>
              <a:avLst/>
              <a:gdLst/>
              <a:ahLst/>
              <a:cxnLst/>
              <a:rect l="l" t="t" r="r" b="b"/>
              <a:pathLst>
                <a:path w="440" h="145" extrusionOk="0">
                  <a:moveTo>
                    <a:pt x="145" y="0"/>
                  </a:moveTo>
                  <a:cubicBezTo>
                    <a:pt x="89" y="47"/>
                    <a:pt x="43" y="99"/>
                    <a:pt x="1" y="140"/>
                  </a:cubicBezTo>
                  <a:lnTo>
                    <a:pt x="360" y="145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6544154" y="2027802"/>
              <a:ext cx="41454" cy="31144"/>
            </a:xfrm>
            <a:custGeom>
              <a:avLst/>
              <a:gdLst/>
              <a:ahLst/>
              <a:cxnLst/>
              <a:rect l="l" t="t" r="r" b="b"/>
              <a:pathLst>
                <a:path w="193" h="145" extrusionOk="0">
                  <a:moveTo>
                    <a:pt x="76" y="0"/>
                  </a:moveTo>
                  <a:lnTo>
                    <a:pt x="1" y="145"/>
                  </a:lnTo>
                  <a:lnTo>
                    <a:pt x="192" y="14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735372" y="2477569"/>
              <a:ext cx="421848" cy="268914"/>
            </a:xfrm>
            <a:custGeom>
              <a:avLst/>
              <a:gdLst/>
              <a:ahLst/>
              <a:cxnLst/>
              <a:rect l="l" t="t" r="r" b="b"/>
              <a:pathLst>
                <a:path w="1964" h="1252" extrusionOk="0">
                  <a:moveTo>
                    <a:pt x="0" y="1"/>
                  </a:moveTo>
                  <a:lnTo>
                    <a:pt x="0" y="1251"/>
                  </a:lnTo>
                  <a:cubicBezTo>
                    <a:pt x="612" y="1172"/>
                    <a:pt x="1223" y="1092"/>
                    <a:pt x="1834" y="1017"/>
                  </a:cubicBezTo>
                  <a:cubicBezTo>
                    <a:pt x="1867" y="971"/>
                    <a:pt x="1959" y="831"/>
                    <a:pt x="1959" y="631"/>
                  </a:cubicBezTo>
                  <a:cubicBezTo>
                    <a:pt x="1964" y="425"/>
                    <a:pt x="1867" y="280"/>
                    <a:pt x="1834" y="239"/>
                  </a:cubicBezTo>
                  <a:cubicBezTo>
                    <a:pt x="1223" y="160"/>
                    <a:pt x="612" y="80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8114045" y="1813443"/>
              <a:ext cx="1299479" cy="460075"/>
            </a:xfrm>
            <a:custGeom>
              <a:avLst/>
              <a:gdLst/>
              <a:ahLst/>
              <a:cxnLst/>
              <a:rect l="l" t="t" r="r" b="b"/>
              <a:pathLst>
                <a:path w="6050" h="2142" extrusionOk="0">
                  <a:moveTo>
                    <a:pt x="5742" y="1"/>
                  </a:moveTo>
                  <a:lnTo>
                    <a:pt x="4997" y="583"/>
                  </a:lnTo>
                  <a:cubicBezTo>
                    <a:pt x="3331" y="1101"/>
                    <a:pt x="1666" y="1624"/>
                    <a:pt x="1" y="2141"/>
                  </a:cubicBezTo>
                  <a:cubicBezTo>
                    <a:pt x="1013" y="2132"/>
                    <a:pt x="2024" y="2128"/>
                    <a:pt x="3042" y="2118"/>
                  </a:cubicBezTo>
                  <a:lnTo>
                    <a:pt x="5798" y="653"/>
                  </a:lnTo>
                  <a:lnTo>
                    <a:pt x="60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9040643" y="2281253"/>
              <a:ext cx="1032281" cy="308864"/>
            </a:xfrm>
            <a:custGeom>
              <a:avLst/>
              <a:gdLst/>
              <a:ahLst/>
              <a:cxnLst/>
              <a:rect l="l" t="t" r="r" b="b"/>
              <a:pathLst>
                <a:path w="4806" h="1438" extrusionOk="0">
                  <a:moveTo>
                    <a:pt x="1" y="0"/>
                  </a:moveTo>
                  <a:lnTo>
                    <a:pt x="1" y="1437"/>
                  </a:lnTo>
                  <a:lnTo>
                    <a:pt x="2837" y="1437"/>
                  </a:lnTo>
                  <a:cubicBezTo>
                    <a:pt x="3471" y="1437"/>
                    <a:pt x="4063" y="1119"/>
                    <a:pt x="4418" y="588"/>
                  </a:cubicBezTo>
                  <a:cubicBezTo>
                    <a:pt x="4545" y="392"/>
                    <a:pt x="4674" y="196"/>
                    <a:pt x="480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38"/>
          <p:cNvGrpSpPr/>
          <p:nvPr/>
        </p:nvGrpSpPr>
        <p:grpSpPr>
          <a:xfrm>
            <a:off x="4849116" y="287342"/>
            <a:ext cx="1295373" cy="504315"/>
            <a:chOff x="5860838" y="1725109"/>
            <a:chExt cx="1363694" cy="530914"/>
          </a:xfrm>
        </p:grpSpPr>
        <p:sp>
          <p:nvSpPr>
            <p:cNvPr id="829" name="Google Shape;829;p38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Subtitle 9">
            <a:extLst>
              <a:ext uri="{FF2B5EF4-FFF2-40B4-BE49-F238E27FC236}">
                <a16:creationId xmlns:a16="http://schemas.microsoft.com/office/drawing/2014/main" id="{B14F0B48-6BFA-EBF2-483D-A6CE4D115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510" y="4282203"/>
            <a:ext cx="2050640" cy="307778"/>
          </a:xfrm>
        </p:spPr>
        <p:txBody>
          <a:bodyPr/>
          <a:lstStyle/>
          <a:p>
            <a:r>
              <a:rPr lang="en-KE" dirty="0"/>
              <a:t>Edinah Ogoti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95F5E-1C29-D699-5758-1BFB968A3EB0}"/>
              </a:ext>
            </a:extLst>
          </p:cNvPr>
          <p:cNvSpPr txBox="1"/>
          <p:nvPr/>
        </p:nvSpPr>
        <p:spPr>
          <a:xfrm>
            <a:off x="7039639" y="4327153"/>
            <a:ext cx="1592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E" dirty="0"/>
              <a:t>25/7/2025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39"/>
          <p:cNvSpPr txBox="1">
            <a:spLocks noGrp="1"/>
          </p:cNvSpPr>
          <p:nvPr>
            <p:ph type="title"/>
          </p:nvPr>
        </p:nvSpPr>
        <p:spPr>
          <a:xfrm>
            <a:off x="415422" y="504615"/>
            <a:ext cx="7637685" cy="4289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Executive Summary: Our Mission to De-Risk Aviation Entry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E4875-CE47-4117-A7F3-8171C3CA0EB4}"/>
              </a:ext>
            </a:extLst>
          </p:cNvPr>
          <p:cNvSpPr txBox="1"/>
          <p:nvPr/>
        </p:nvSpPr>
        <p:spPr>
          <a:xfrm>
            <a:off x="89509" y="3542358"/>
            <a:ext cx="63952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Actionable recommendations for initial aircraft purchases to ensure a safe and financially sound launch.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7F907-6A5F-6323-3AE7-5453C4CAC05E}"/>
              </a:ext>
            </a:extLst>
          </p:cNvPr>
          <p:cNvSpPr txBox="1"/>
          <p:nvPr/>
        </p:nvSpPr>
        <p:spPr>
          <a:xfrm>
            <a:off x="540181" y="1581544"/>
            <a:ext cx="1668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Opportunity</a:t>
            </a:r>
            <a:endParaRPr lang="en-K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0556A-D18A-C898-8F43-28796CE1FA8B}"/>
              </a:ext>
            </a:extLst>
          </p:cNvPr>
          <p:cNvSpPr txBox="1"/>
          <p:nvPr/>
        </p:nvSpPr>
        <p:spPr>
          <a:xfrm>
            <a:off x="3109285" y="1518446"/>
            <a:ext cx="1462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Challenge</a:t>
            </a:r>
            <a:r>
              <a:rPr lang="en-GB" dirty="0"/>
              <a:t> </a:t>
            </a:r>
            <a:endParaRPr lang="en-K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A57E47-E10F-F790-1897-48C40DF4BE87}"/>
              </a:ext>
            </a:extLst>
          </p:cNvPr>
          <p:cNvSpPr txBox="1"/>
          <p:nvPr/>
        </p:nvSpPr>
        <p:spPr>
          <a:xfrm>
            <a:off x="3080742" y="1841985"/>
            <a:ext cx="24681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" lvl="1"/>
            <a:r>
              <a:rPr lang="en-GB" dirty="0"/>
              <a:t>Lack of internal expertise on aircraft risks, potential for significant financial/safety liabilities.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CC2815-1F00-E4E9-DCBD-19BA26F03923}"/>
              </a:ext>
            </a:extLst>
          </p:cNvPr>
          <p:cNvSpPr txBox="1"/>
          <p:nvPr/>
        </p:nvSpPr>
        <p:spPr>
          <a:xfrm>
            <a:off x="5964927" y="1508719"/>
            <a:ext cx="13507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Our Solution</a:t>
            </a:r>
            <a:r>
              <a:rPr lang="en-GB" dirty="0"/>
              <a:t> </a:t>
            </a:r>
            <a:endParaRPr lang="en-K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A6988-8BF8-3EDA-0E82-F49B485624F1}"/>
              </a:ext>
            </a:extLst>
          </p:cNvPr>
          <p:cNvSpPr txBox="1"/>
          <p:nvPr/>
        </p:nvSpPr>
        <p:spPr>
          <a:xfrm>
            <a:off x="5896885" y="1856093"/>
            <a:ext cx="30602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" lvl="1"/>
            <a:r>
              <a:rPr lang="en-GB" dirty="0"/>
              <a:t>Data-driven analysis of historical aviation incident data to identify lowest-risk aircraft types.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C38340-7C69-A721-1EC4-7DD9125C94EB}"/>
              </a:ext>
            </a:extLst>
          </p:cNvPr>
          <p:cNvSpPr txBox="1"/>
          <p:nvPr/>
        </p:nvSpPr>
        <p:spPr>
          <a:xfrm>
            <a:off x="540181" y="3220192"/>
            <a:ext cx="1414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Outcome</a:t>
            </a:r>
            <a:endParaRPr lang="en-KE" dirty="0"/>
          </a:p>
        </p:txBody>
      </p:sp>
      <p:sp>
        <p:nvSpPr>
          <p:cNvPr id="22" name="Google Shape;853;p40">
            <a:extLst>
              <a:ext uri="{FF2B5EF4-FFF2-40B4-BE49-F238E27FC236}">
                <a16:creationId xmlns:a16="http://schemas.microsoft.com/office/drawing/2014/main" id="{ED9580E0-0403-F77C-BAFA-F1F34983BAA6}"/>
              </a:ext>
            </a:extLst>
          </p:cNvPr>
          <p:cNvSpPr txBox="1">
            <a:spLocks/>
          </p:cNvSpPr>
          <p:nvPr/>
        </p:nvSpPr>
        <p:spPr>
          <a:xfrm>
            <a:off x="682495" y="1111261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200" b="1" dirty="0">
                <a:solidFill>
                  <a:srgbClr val="00B050"/>
                </a:solidFill>
                <a:latin typeface="Advent Pro" pitchFamily="2" charset="77"/>
                <a:cs typeface="Kailasa" panose="02000500000000020004" pitchFamily="2" charset="0"/>
              </a:rPr>
              <a:t>01</a:t>
            </a:r>
          </a:p>
        </p:txBody>
      </p:sp>
      <p:sp>
        <p:nvSpPr>
          <p:cNvPr id="23" name="Google Shape;855;p40">
            <a:extLst>
              <a:ext uri="{FF2B5EF4-FFF2-40B4-BE49-F238E27FC236}">
                <a16:creationId xmlns:a16="http://schemas.microsoft.com/office/drawing/2014/main" id="{68F5B5E3-0CEB-39E9-4B19-11C5AAD53D84}"/>
              </a:ext>
            </a:extLst>
          </p:cNvPr>
          <p:cNvSpPr txBox="1">
            <a:spLocks/>
          </p:cNvSpPr>
          <p:nvPr/>
        </p:nvSpPr>
        <p:spPr>
          <a:xfrm>
            <a:off x="3006375" y="1111261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200" b="1" dirty="0">
                <a:solidFill>
                  <a:srgbClr val="00B050"/>
                </a:solidFill>
                <a:latin typeface="Advent Pro" pitchFamily="2" charset="77"/>
                <a:cs typeface="Kailasa" panose="02000500000000020004" pitchFamily="2" charset="0"/>
              </a:rPr>
              <a:t>02</a:t>
            </a:r>
          </a:p>
        </p:txBody>
      </p:sp>
      <p:sp>
        <p:nvSpPr>
          <p:cNvPr id="24" name="Google Shape;857;p40">
            <a:extLst>
              <a:ext uri="{FF2B5EF4-FFF2-40B4-BE49-F238E27FC236}">
                <a16:creationId xmlns:a16="http://schemas.microsoft.com/office/drawing/2014/main" id="{B79B393C-3446-67E3-6B3A-747737222ED8}"/>
              </a:ext>
            </a:extLst>
          </p:cNvPr>
          <p:cNvSpPr txBox="1">
            <a:spLocks/>
          </p:cNvSpPr>
          <p:nvPr/>
        </p:nvSpPr>
        <p:spPr>
          <a:xfrm>
            <a:off x="5869290" y="1098427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3200" b="1" dirty="0">
                <a:solidFill>
                  <a:srgbClr val="00B050"/>
                </a:solidFill>
                <a:latin typeface="Advent Pro" pitchFamily="2" charset="77"/>
                <a:cs typeface="Kailasa" panose="02000500000000020004" pitchFamily="2" charset="0"/>
              </a:rPr>
              <a:t>03</a:t>
            </a:r>
          </a:p>
        </p:txBody>
      </p:sp>
      <p:grpSp>
        <p:nvGrpSpPr>
          <p:cNvPr id="25" name="Google Shape;672;p73">
            <a:extLst>
              <a:ext uri="{FF2B5EF4-FFF2-40B4-BE49-F238E27FC236}">
                <a16:creationId xmlns:a16="http://schemas.microsoft.com/office/drawing/2014/main" id="{D4C81B57-031C-C614-8CAC-33AC3D346DD8}"/>
              </a:ext>
            </a:extLst>
          </p:cNvPr>
          <p:cNvGrpSpPr/>
          <p:nvPr/>
        </p:nvGrpSpPr>
        <p:grpSpPr>
          <a:xfrm rot="-385499">
            <a:off x="5661605" y="2544482"/>
            <a:ext cx="4723859" cy="2279331"/>
            <a:chOff x="994600" y="1481575"/>
            <a:chExt cx="4723950" cy="2279375"/>
          </a:xfrm>
        </p:grpSpPr>
        <p:sp>
          <p:nvSpPr>
            <p:cNvPr id="26" name="Google Shape;673;p73">
              <a:extLst>
                <a:ext uri="{FF2B5EF4-FFF2-40B4-BE49-F238E27FC236}">
                  <a16:creationId xmlns:a16="http://schemas.microsoft.com/office/drawing/2014/main" id="{8DAB556D-D59B-730E-1094-BA5F2D11E1F9}"/>
                </a:ext>
              </a:extLst>
            </p:cNvPr>
            <p:cNvSpPr/>
            <p:nvPr/>
          </p:nvSpPr>
          <p:spPr>
            <a:xfrm>
              <a:off x="5662975" y="1481575"/>
              <a:ext cx="54325" cy="153125"/>
            </a:xfrm>
            <a:custGeom>
              <a:avLst/>
              <a:gdLst/>
              <a:ahLst/>
              <a:cxnLst/>
              <a:rect l="l" t="t" r="r" b="b"/>
              <a:pathLst>
                <a:path w="2173" h="6125" extrusionOk="0">
                  <a:moveTo>
                    <a:pt x="1932" y="1"/>
                  </a:moveTo>
                  <a:cubicBezTo>
                    <a:pt x="1727" y="1"/>
                    <a:pt x="1420" y="208"/>
                    <a:pt x="1420" y="208"/>
                  </a:cubicBezTo>
                  <a:lnTo>
                    <a:pt x="0" y="5972"/>
                  </a:lnTo>
                  <a:cubicBezTo>
                    <a:pt x="149" y="6083"/>
                    <a:pt x="316" y="6124"/>
                    <a:pt x="481" y="6124"/>
                  </a:cubicBezTo>
                  <a:cubicBezTo>
                    <a:pt x="964" y="6124"/>
                    <a:pt x="1437" y="5772"/>
                    <a:pt x="1437" y="5772"/>
                  </a:cubicBezTo>
                  <a:cubicBezTo>
                    <a:pt x="1437" y="5772"/>
                    <a:pt x="2172" y="492"/>
                    <a:pt x="2106" y="141"/>
                  </a:cubicBezTo>
                  <a:cubicBezTo>
                    <a:pt x="2086" y="37"/>
                    <a:pt x="2018" y="1"/>
                    <a:pt x="19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74;p73">
              <a:extLst>
                <a:ext uri="{FF2B5EF4-FFF2-40B4-BE49-F238E27FC236}">
                  <a16:creationId xmlns:a16="http://schemas.microsoft.com/office/drawing/2014/main" id="{406DA7D6-76D9-91FA-28E6-2B8FCB468671}"/>
                </a:ext>
              </a:extLst>
            </p:cNvPr>
            <p:cNvSpPr/>
            <p:nvPr/>
          </p:nvSpPr>
          <p:spPr>
            <a:xfrm>
              <a:off x="4259025" y="2426200"/>
              <a:ext cx="139550" cy="113650"/>
            </a:xfrm>
            <a:custGeom>
              <a:avLst/>
              <a:gdLst/>
              <a:ahLst/>
              <a:cxnLst/>
              <a:rect l="l" t="t" r="r" b="b"/>
              <a:pathLst>
                <a:path w="5582" h="4546" extrusionOk="0">
                  <a:moveTo>
                    <a:pt x="2858" y="0"/>
                  </a:moveTo>
                  <a:cubicBezTo>
                    <a:pt x="2708" y="0"/>
                    <a:pt x="1" y="1254"/>
                    <a:pt x="936" y="2356"/>
                  </a:cubicBezTo>
                  <a:lnTo>
                    <a:pt x="2791" y="4545"/>
                  </a:lnTo>
                  <a:cubicBezTo>
                    <a:pt x="2791" y="4545"/>
                    <a:pt x="5581" y="3660"/>
                    <a:pt x="5581" y="3392"/>
                  </a:cubicBezTo>
                  <a:cubicBezTo>
                    <a:pt x="5581" y="3125"/>
                    <a:pt x="3944" y="1855"/>
                    <a:pt x="3693" y="1838"/>
                  </a:cubicBezTo>
                  <a:cubicBezTo>
                    <a:pt x="3443" y="1822"/>
                    <a:pt x="3276" y="1304"/>
                    <a:pt x="3276" y="1304"/>
                  </a:cubicBezTo>
                  <a:cubicBezTo>
                    <a:pt x="3276" y="1304"/>
                    <a:pt x="2992" y="0"/>
                    <a:pt x="28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75;p73">
              <a:extLst>
                <a:ext uri="{FF2B5EF4-FFF2-40B4-BE49-F238E27FC236}">
                  <a16:creationId xmlns:a16="http://schemas.microsoft.com/office/drawing/2014/main" id="{91278818-1D32-64C9-A66B-CF0DC20155D9}"/>
                </a:ext>
              </a:extLst>
            </p:cNvPr>
            <p:cNvSpPr/>
            <p:nvPr/>
          </p:nvSpPr>
          <p:spPr>
            <a:xfrm>
              <a:off x="4252775" y="2491925"/>
              <a:ext cx="358825" cy="309725"/>
            </a:xfrm>
            <a:custGeom>
              <a:avLst/>
              <a:gdLst/>
              <a:ahLst/>
              <a:cxnLst/>
              <a:rect l="l" t="t" r="r" b="b"/>
              <a:pathLst>
                <a:path w="14353" h="12389" extrusionOk="0">
                  <a:moveTo>
                    <a:pt x="7342" y="0"/>
                  </a:moveTo>
                  <a:cubicBezTo>
                    <a:pt x="6678" y="0"/>
                    <a:pt x="6001" y="101"/>
                    <a:pt x="5330" y="312"/>
                  </a:cubicBezTo>
                  <a:cubicBezTo>
                    <a:pt x="1922" y="1382"/>
                    <a:pt x="0" y="4890"/>
                    <a:pt x="1019" y="8132"/>
                  </a:cubicBezTo>
                  <a:cubicBezTo>
                    <a:pt x="1850" y="10743"/>
                    <a:pt x="4311" y="12388"/>
                    <a:pt x="7010" y="12388"/>
                  </a:cubicBezTo>
                  <a:cubicBezTo>
                    <a:pt x="7679" y="12388"/>
                    <a:pt x="8363" y="12287"/>
                    <a:pt x="9039" y="12075"/>
                  </a:cubicBezTo>
                  <a:cubicBezTo>
                    <a:pt x="12431" y="11006"/>
                    <a:pt x="14353" y="7514"/>
                    <a:pt x="13334" y="4255"/>
                  </a:cubicBezTo>
                  <a:cubicBezTo>
                    <a:pt x="12502" y="1655"/>
                    <a:pt x="10036" y="0"/>
                    <a:pt x="7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76;p73">
              <a:extLst>
                <a:ext uri="{FF2B5EF4-FFF2-40B4-BE49-F238E27FC236}">
                  <a16:creationId xmlns:a16="http://schemas.microsoft.com/office/drawing/2014/main" id="{ECB90954-58FD-7E81-5C34-FE858DBFC9BB}"/>
                </a:ext>
              </a:extLst>
            </p:cNvPr>
            <p:cNvSpPr/>
            <p:nvPr/>
          </p:nvSpPr>
          <p:spPr>
            <a:xfrm>
              <a:off x="4271975" y="2507700"/>
              <a:ext cx="348025" cy="288100"/>
            </a:xfrm>
            <a:custGeom>
              <a:avLst/>
              <a:gdLst/>
              <a:ahLst/>
              <a:cxnLst/>
              <a:rect l="l" t="t" r="r" b="b"/>
              <a:pathLst>
                <a:path w="13921" h="11524" extrusionOk="0">
                  <a:moveTo>
                    <a:pt x="7203" y="0"/>
                  </a:moveTo>
                  <a:cubicBezTo>
                    <a:pt x="6633" y="0"/>
                    <a:pt x="6053" y="86"/>
                    <a:pt x="5481" y="266"/>
                  </a:cubicBezTo>
                  <a:cubicBezTo>
                    <a:pt x="585" y="1803"/>
                    <a:pt x="1" y="8487"/>
                    <a:pt x="4545" y="10859"/>
                  </a:cubicBezTo>
                  <a:cubicBezTo>
                    <a:pt x="5428" y="11317"/>
                    <a:pt x="6334" y="11524"/>
                    <a:pt x="7208" y="11524"/>
                  </a:cubicBezTo>
                  <a:cubicBezTo>
                    <a:pt x="10832" y="11524"/>
                    <a:pt x="13921" y="7970"/>
                    <a:pt x="12682" y="4025"/>
                  </a:cubicBezTo>
                  <a:cubicBezTo>
                    <a:pt x="11910" y="1573"/>
                    <a:pt x="9644" y="0"/>
                    <a:pt x="7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77;p73">
              <a:extLst>
                <a:ext uri="{FF2B5EF4-FFF2-40B4-BE49-F238E27FC236}">
                  <a16:creationId xmlns:a16="http://schemas.microsoft.com/office/drawing/2014/main" id="{759F1914-A4F6-0ECE-C6AF-329FA49BAB20}"/>
                </a:ext>
              </a:extLst>
            </p:cNvPr>
            <p:cNvSpPr/>
            <p:nvPr/>
          </p:nvSpPr>
          <p:spPr>
            <a:xfrm>
              <a:off x="4311250" y="2536475"/>
              <a:ext cx="277225" cy="229300"/>
            </a:xfrm>
            <a:custGeom>
              <a:avLst/>
              <a:gdLst/>
              <a:ahLst/>
              <a:cxnLst/>
              <a:rect l="l" t="t" r="r" b="b"/>
              <a:pathLst>
                <a:path w="11089" h="9172" extrusionOk="0">
                  <a:moveTo>
                    <a:pt x="5747" y="1"/>
                  </a:moveTo>
                  <a:cubicBezTo>
                    <a:pt x="5288" y="1"/>
                    <a:pt x="4822" y="71"/>
                    <a:pt x="4361" y="218"/>
                  </a:cubicBezTo>
                  <a:cubicBezTo>
                    <a:pt x="468" y="1437"/>
                    <a:pt x="0" y="6751"/>
                    <a:pt x="3609" y="8639"/>
                  </a:cubicBezTo>
                  <a:cubicBezTo>
                    <a:pt x="4315" y="9006"/>
                    <a:pt x="5037" y="9172"/>
                    <a:pt x="5735" y="9172"/>
                  </a:cubicBezTo>
                  <a:cubicBezTo>
                    <a:pt x="8626" y="9172"/>
                    <a:pt x="11088" y="6331"/>
                    <a:pt x="10092" y="3209"/>
                  </a:cubicBezTo>
                  <a:cubicBezTo>
                    <a:pt x="9484" y="1250"/>
                    <a:pt x="7686" y="1"/>
                    <a:pt x="57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78;p73">
              <a:extLst>
                <a:ext uri="{FF2B5EF4-FFF2-40B4-BE49-F238E27FC236}">
                  <a16:creationId xmlns:a16="http://schemas.microsoft.com/office/drawing/2014/main" id="{1FBDFA53-B788-4440-AA2D-0DB6B33E91D8}"/>
                </a:ext>
              </a:extLst>
            </p:cNvPr>
            <p:cNvSpPr/>
            <p:nvPr/>
          </p:nvSpPr>
          <p:spPr>
            <a:xfrm>
              <a:off x="994600" y="3658700"/>
              <a:ext cx="154875" cy="88325"/>
            </a:xfrm>
            <a:custGeom>
              <a:avLst/>
              <a:gdLst/>
              <a:ahLst/>
              <a:cxnLst/>
              <a:rect l="l" t="t" r="r" b="b"/>
              <a:pathLst>
                <a:path w="6195" h="3533" extrusionOk="0">
                  <a:moveTo>
                    <a:pt x="342" y="0"/>
                  </a:moveTo>
                  <a:cubicBezTo>
                    <a:pt x="171" y="0"/>
                    <a:pt x="13" y="130"/>
                    <a:pt x="0" y="308"/>
                  </a:cubicBezTo>
                  <a:lnTo>
                    <a:pt x="4712" y="3182"/>
                  </a:lnTo>
                  <a:cubicBezTo>
                    <a:pt x="4762" y="3533"/>
                    <a:pt x="4879" y="3533"/>
                    <a:pt x="4879" y="3533"/>
                  </a:cubicBezTo>
                  <a:lnTo>
                    <a:pt x="5648" y="3299"/>
                  </a:lnTo>
                  <a:cubicBezTo>
                    <a:pt x="5648" y="3299"/>
                    <a:pt x="6195" y="2463"/>
                    <a:pt x="6057" y="2463"/>
                  </a:cubicBezTo>
                  <a:cubicBezTo>
                    <a:pt x="6055" y="2463"/>
                    <a:pt x="6052" y="2463"/>
                    <a:pt x="6049" y="2463"/>
                  </a:cubicBezTo>
                  <a:cubicBezTo>
                    <a:pt x="6047" y="2464"/>
                    <a:pt x="6046" y="2464"/>
                    <a:pt x="6044" y="2464"/>
                  </a:cubicBezTo>
                  <a:cubicBezTo>
                    <a:pt x="5794" y="2464"/>
                    <a:pt x="916" y="190"/>
                    <a:pt x="501" y="41"/>
                  </a:cubicBezTo>
                  <a:cubicBezTo>
                    <a:pt x="450" y="13"/>
                    <a:pt x="395" y="0"/>
                    <a:pt x="3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79;p73">
              <a:extLst>
                <a:ext uri="{FF2B5EF4-FFF2-40B4-BE49-F238E27FC236}">
                  <a16:creationId xmlns:a16="http://schemas.microsoft.com/office/drawing/2014/main" id="{5368ADBB-2665-B509-0DA6-9B169EA1A1B7}"/>
                </a:ext>
              </a:extLst>
            </p:cNvPr>
            <p:cNvSpPr/>
            <p:nvPr/>
          </p:nvSpPr>
          <p:spPr>
            <a:xfrm>
              <a:off x="2692050" y="3174725"/>
              <a:ext cx="74475" cy="98625"/>
            </a:xfrm>
            <a:custGeom>
              <a:avLst/>
              <a:gdLst/>
              <a:ahLst/>
              <a:cxnLst/>
              <a:rect l="l" t="t" r="r" b="b"/>
              <a:pathLst>
                <a:path w="2979" h="3945" extrusionOk="0">
                  <a:moveTo>
                    <a:pt x="1898" y="1"/>
                  </a:moveTo>
                  <a:cubicBezTo>
                    <a:pt x="1657" y="1"/>
                    <a:pt x="0" y="44"/>
                    <a:pt x="357" y="1238"/>
                  </a:cubicBezTo>
                  <a:cubicBezTo>
                    <a:pt x="741" y="2524"/>
                    <a:pt x="1092" y="3944"/>
                    <a:pt x="1209" y="3944"/>
                  </a:cubicBezTo>
                  <a:cubicBezTo>
                    <a:pt x="1212" y="3945"/>
                    <a:pt x="1216" y="3945"/>
                    <a:pt x="1220" y="3945"/>
                  </a:cubicBezTo>
                  <a:cubicBezTo>
                    <a:pt x="1417" y="3945"/>
                    <a:pt x="2979" y="3601"/>
                    <a:pt x="2930" y="3192"/>
                  </a:cubicBezTo>
                  <a:cubicBezTo>
                    <a:pt x="2896" y="2775"/>
                    <a:pt x="1927" y="1"/>
                    <a:pt x="1927" y="1"/>
                  </a:cubicBezTo>
                  <a:cubicBezTo>
                    <a:pt x="1927" y="1"/>
                    <a:pt x="1917" y="1"/>
                    <a:pt x="18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0;p73">
              <a:extLst>
                <a:ext uri="{FF2B5EF4-FFF2-40B4-BE49-F238E27FC236}">
                  <a16:creationId xmlns:a16="http://schemas.microsoft.com/office/drawing/2014/main" id="{CB5EB5AD-071D-65E4-0D16-46EFE98D68D5}"/>
                </a:ext>
              </a:extLst>
            </p:cNvPr>
            <p:cNvSpPr/>
            <p:nvPr/>
          </p:nvSpPr>
          <p:spPr>
            <a:xfrm>
              <a:off x="2013825" y="3412825"/>
              <a:ext cx="87725" cy="70950"/>
            </a:xfrm>
            <a:custGeom>
              <a:avLst/>
              <a:gdLst/>
              <a:ahLst/>
              <a:cxnLst/>
              <a:rect l="l" t="t" r="r" b="b"/>
              <a:pathLst>
                <a:path w="3509" h="2838" extrusionOk="0">
                  <a:moveTo>
                    <a:pt x="2506" y="1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5"/>
                  </a:cubicBezTo>
                  <a:cubicBezTo>
                    <a:pt x="3509" y="2641"/>
                    <a:pt x="3242" y="1806"/>
                    <a:pt x="3108" y="1488"/>
                  </a:cubicBezTo>
                  <a:lnTo>
                    <a:pt x="2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1;p73">
              <a:extLst>
                <a:ext uri="{FF2B5EF4-FFF2-40B4-BE49-F238E27FC236}">
                  <a16:creationId xmlns:a16="http://schemas.microsoft.com/office/drawing/2014/main" id="{E64503A5-B6F9-21AE-5134-EAFE4A6D3DA8}"/>
                </a:ext>
              </a:extLst>
            </p:cNvPr>
            <p:cNvSpPr/>
            <p:nvPr/>
          </p:nvSpPr>
          <p:spPr>
            <a:xfrm>
              <a:off x="2284925" y="3310500"/>
              <a:ext cx="87725" cy="70925"/>
            </a:xfrm>
            <a:custGeom>
              <a:avLst/>
              <a:gdLst/>
              <a:ahLst/>
              <a:cxnLst/>
              <a:rect l="l" t="t" r="r" b="b"/>
              <a:pathLst>
                <a:path w="3509" h="2837" extrusionOk="0">
                  <a:moveTo>
                    <a:pt x="2506" y="0"/>
                  </a:moveTo>
                  <a:lnTo>
                    <a:pt x="0" y="786"/>
                  </a:lnTo>
                  <a:cubicBezTo>
                    <a:pt x="0" y="786"/>
                    <a:pt x="1286" y="2837"/>
                    <a:pt x="2319" y="2837"/>
                  </a:cubicBezTo>
                  <a:cubicBezTo>
                    <a:pt x="2365" y="2837"/>
                    <a:pt x="2411" y="2833"/>
                    <a:pt x="2456" y="2824"/>
                  </a:cubicBezTo>
                  <a:cubicBezTo>
                    <a:pt x="3509" y="2640"/>
                    <a:pt x="3241" y="1805"/>
                    <a:pt x="3108" y="1487"/>
                  </a:cubicBezTo>
                  <a:cubicBezTo>
                    <a:pt x="2991" y="1170"/>
                    <a:pt x="2506" y="0"/>
                    <a:pt x="2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2;p73">
              <a:extLst>
                <a:ext uri="{FF2B5EF4-FFF2-40B4-BE49-F238E27FC236}">
                  <a16:creationId xmlns:a16="http://schemas.microsoft.com/office/drawing/2014/main" id="{63D3F68D-1D45-CF4B-C1A8-16B93426ECC1}"/>
                </a:ext>
              </a:extLst>
            </p:cNvPr>
            <p:cNvSpPr/>
            <p:nvPr/>
          </p:nvSpPr>
          <p:spPr>
            <a:xfrm>
              <a:off x="4101550" y="2556100"/>
              <a:ext cx="65600" cy="80150"/>
            </a:xfrm>
            <a:custGeom>
              <a:avLst/>
              <a:gdLst/>
              <a:ahLst/>
              <a:cxnLst/>
              <a:rect l="l" t="t" r="r" b="b"/>
              <a:pathLst>
                <a:path w="2624" h="3206" extrusionOk="0">
                  <a:moveTo>
                    <a:pt x="2507" y="1"/>
                  </a:moveTo>
                  <a:lnTo>
                    <a:pt x="1" y="786"/>
                  </a:lnTo>
                  <a:cubicBezTo>
                    <a:pt x="1" y="786"/>
                    <a:pt x="268" y="2023"/>
                    <a:pt x="351" y="2357"/>
                  </a:cubicBezTo>
                  <a:cubicBezTo>
                    <a:pt x="418" y="2623"/>
                    <a:pt x="601" y="3206"/>
                    <a:pt x="1161" y="3206"/>
                  </a:cubicBezTo>
                  <a:cubicBezTo>
                    <a:pt x="1305" y="3206"/>
                    <a:pt x="1473" y="3167"/>
                    <a:pt x="1671" y="3075"/>
                  </a:cubicBezTo>
                  <a:cubicBezTo>
                    <a:pt x="2624" y="2624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3;p73">
              <a:extLst>
                <a:ext uri="{FF2B5EF4-FFF2-40B4-BE49-F238E27FC236}">
                  <a16:creationId xmlns:a16="http://schemas.microsoft.com/office/drawing/2014/main" id="{FA1E99CD-E088-EE3F-5A87-669538EA6EEC}"/>
                </a:ext>
              </a:extLst>
            </p:cNvPr>
            <p:cNvSpPr/>
            <p:nvPr/>
          </p:nvSpPr>
          <p:spPr>
            <a:xfrm>
              <a:off x="4360525" y="2395300"/>
              <a:ext cx="63525" cy="79475"/>
            </a:xfrm>
            <a:custGeom>
              <a:avLst/>
              <a:gdLst/>
              <a:ahLst/>
              <a:cxnLst/>
              <a:rect l="l" t="t" r="r" b="b"/>
              <a:pathLst>
                <a:path w="2541" h="3179" extrusionOk="0">
                  <a:moveTo>
                    <a:pt x="2374" y="0"/>
                  </a:moveTo>
                  <a:lnTo>
                    <a:pt x="1" y="752"/>
                  </a:lnTo>
                  <a:cubicBezTo>
                    <a:pt x="1" y="752"/>
                    <a:pt x="302" y="1988"/>
                    <a:pt x="368" y="2306"/>
                  </a:cubicBezTo>
                  <a:cubicBezTo>
                    <a:pt x="422" y="2575"/>
                    <a:pt x="595" y="3178"/>
                    <a:pt x="1147" y="3178"/>
                  </a:cubicBezTo>
                  <a:cubicBezTo>
                    <a:pt x="1282" y="3178"/>
                    <a:pt x="1439" y="3143"/>
                    <a:pt x="1622" y="3058"/>
                  </a:cubicBezTo>
                  <a:cubicBezTo>
                    <a:pt x="2541" y="2623"/>
                    <a:pt x="2374" y="0"/>
                    <a:pt x="2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4;p73">
              <a:extLst>
                <a:ext uri="{FF2B5EF4-FFF2-40B4-BE49-F238E27FC236}">
                  <a16:creationId xmlns:a16="http://schemas.microsoft.com/office/drawing/2014/main" id="{AA551949-D24A-F07F-FB84-41060A3D8DFF}"/>
                </a:ext>
              </a:extLst>
            </p:cNvPr>
            <p:cNvSpPr/>
            <p:nvPr/>
          </p:nvSpPr>
          <p:spPr>
            <a:xfrm>
              <a:off x="4601550" y="2246175"/>
              <a:ext cx="68525" cy="81175"/>
            </a:xfrm>
            <a:custGeom>
              <a:avLst/>
              <a:gdLst/>
              <a:ahLst/>
              <a:cxnLst/>
              <a:rect l="l" t="t" r="r" b="b"/>
              <a:pathLst>
                <a:path w="2741" h="3247" extrusionOk="0">
                  <a:moveTo>
                    <a:pt x="2641" y="0"/>
                  </a:moveTo>
                  <a:lnTo>
                    <a:pt x="1" y="836"/>
                  </a:lnTo>
                  <a:cubicBezTo>
                    <a:pt x="1" y="836"/>
                    <a:pt x="268" y="2072"/>
                    <a:pt x="352" y="2406"/>
                  </a:cubicBezTo>
                  <a:cubicBezTo>
                    <a:pt x="404" y="2670"/>
                    <a:pt x="582" y="3247"/>
                    <a:pt x="1157" y="3247"/>
                  </a:cubicBezTo>
                  <a:cubicBezTo>
                    <a:pt x="1310" y="3247"/>
                    <a:pt x="1491" y="3206"/>
                    <a:pt x="1705" y="3108"/>
                  </a:cubicBezTo>
                  <a:cubicBezTo>
                    <a:pt x="2741" y="2640"/>
                    <a:pt x="2641" y="0"/>
                    <a:pt x="2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85;p73">
              <a:extLst>
                <a:ext uri="{FF2B5EF4-FFF2-40B4-BE49-F238E27FC236}">
                  <a16:creationId xmlns:a16="http://schemas.microsoft.com/office/drawing/2014/main" id="{43DFF36A-C678-7CDA-2443-ECC553C516F5}"/>
                </a:ext>
              </a:extLst>
            </p:cNvPr>
            <p:cNvSpPr/>
            <p:nvPr/>
          </p:nvSpPr>
          <p:spPr>
            <a:xfrm>
              <a:off x="4851350" y="2096625"/>
              <a:ext cx="68525" cy="81200"/>
            </a:xfrm>
            <a:custGeom>
              <a:avLst/>
              <a:gdLst/>
              <a:ahLst/>
              <a:cxnLst/>
              <a:rect l="l" t="t" r="r" b="b"/>
              <a:pathLst>
                <a:path w="2741" h="3248" extrusionOk="0">
                  <a:moveTo>
                    <a:pt x="2657" y="0"/>
                  </a:moveTo>
                  <a:lnTo>
                    <a:pt x="0" y="836"/>
                  </a:lnTo>
                  <a:cubicBezTo>
                    <a:pt x="0" y="836"/>
                    <a:pt x="285" y="2072"/>
                    <a:pt x="351" y="2406"/>
                  </a:cubicBezTo>
                  <a:cubicBezTo>
                    <a:pt x="404" y="2670"/>
                    <a:pt x="582" y="3247"/>
                    <a:pt x="1165" y="3247"/>
                  </a:cubicBezTo>
                  <a:cubicBezTo>
                    <a:pt x="1320" y="3247"/>
                    <a:pt x="1504" y="3206"/>
                    <a:pt x="1721" y="3108"/>
                  </a:cubicBezTo>
                  <a:cubicBezTo>
                    <a:pt x="2741" y="2640"/>
                    <a:pt x="2657" y="1"/>
                    <a:pt x="26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86;p73">
              <a:extLst>
                <a:ext uri="{FF2B5EF4-FFF2-40B4-BE49-F238E27FC236}">
                  <a16:creationId xmlns:a16="http://schemas.microsoft.com/office/drawing/2014/main" id="{B84D2254-0559-9A3F-A76C-15147A387912}"/>
                </a:ext>
              </a:extLst>
            </p:cNvPr>
            <p:cNvSpPr/>
            <p:nvPr/>
          </p:nvSpPr>
          <p:spPr>
            <a:xfrm>
              <a:off x="2570625" y="3211075"/>
              <a:ext cx="87750" cy="71325"/>
            </a:xfrm>
            <a:custGeom>
              <a:avLst/>
              <a:gdLst/>
              <a:ahLst/>
              <a:cxnLst/>
              <a:rect l="l" t="t" r="r" b="b"/>
              <a:pathLst>
                <a:path w="3510" h="2853" extrusionOk="0">
                  <a:moveTo>
                    <a:pt x="2507" y="1"/>
                  </a:moveTo>
                  <a:lnTo>
                    <a:pt x="1" y="803"/>
                  </a:lnTo>
                  <a:cubicBezTo>
                    <a:pt x="1" y="803"/>
                    <a:pt x="1295" y="2852"/>
                    <a:pt x="2330" y="2852"/>
                  </a:cubicBezTo>
                  <a:cubicBezTo>
                    <a:pt x="2373" y="2852"/>
                    <a:pt x="2415" y="2849"/>
                    <a:pt x="2457" y="2841"/>
                  </a:cubicBezTo>
                  <a:cubicBezTo>
                    <a:pt x="3509" y="2657"/>
                    <a:pt x="3242" y="1805"/>
                    <a:pt x="3108" y="1505"/>
                  </a:cubicBezTo>
                  <a:cubicBezTo>
                    <a:pt x="2975" y="1187"/>
                    <a:pt x="2507" y="1"/>
                    <a:pt x="25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87;p73">
              <a:extLst>
                <a:ext uri="{FF2B5EF4-FFF2-40B4-BE49-F238E27FC236}">
                  <a16:creationId xmlns:a16="http://schemas.microsoft.com/office/drawing/2014/main" id="{57A7439E-E0E0-D3DC-E35C-6438509C4F26}"/>
                </a:ext>
              </a:extLst>
            </p:cNvPr>
            <p:cNvSpPr/>
            <p:nvPr/>
          </p:nvSpPr>
          <p:spPr>
            <a:xfrm>
              <a:off x="2870125" y="3126700"/>
              <a:ext cx="83150" cy="70700"/>
            </a:xfrm>
            <a:custGeom>
              <a:avLst/>
              <a:gdLst/>
              <a:ahLst/>
              <a:cxnLst/>
              <a:rect l="l" t="t" r="r" b="b"/>
              <a:pathLst>
                <a:path w="3326" h="2828" extrusionOk="0">
                  <a:moveTo>
                    <a:pt x="2557" y="1"/>
                  </a:moveTo>
                  <a:lnTo>
                    <a:pt x="1" y="569"/>
                  </a:lnTo>
                  <a:cubicBezTo>
                    <a:pt x="1" y="569"/>
                    <a:pt x="1154" y="2827"/>
                    <a:pt x="2190" y="2827"/>
                  </a:cubicBezTo>
                  <a:cubicBezTo>
                    <a:pt x="2212" y="2827"/>
                    <a:pt x="2234" y="2826"/>
                    <a:pt x="2256" y="2824"/>
                  </a:cubicBezTo>
                  <a:cubicBezTo>
                    <a:pt x="3326" y="2724"/>
                    <a:pt x="3125" y="1855"/>
                    <a:pt x="3042" y="1538"/>
                  </a:cubicBezTo>
                  <a:cubicBezTo>
                    <a:pt x="2941" y="1220"/>
                    <a:pt x="2557" y="1"/>
                    <a:pt x="25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88;p73">
              <a:extLst>
                <a:ext uri="{FF2B5EF4-FFF2-40B4-BE49-F238E27FC236}">
                  <a16:creationId xmlns:a16="http://schemas.microsoft.com/office/drawing/2014/main" id="{3C9FBF83-3B8F-9457-05EB-CFA72D84EC6C}"/>
                </a:ext>
              </a:extLst>
            </p:cNvPr>
            <p:cNvSpPr/>
            <p:nvPr/>
          </p:nvSpPr>
          <p:spPr>
            <a:xfrm>
              <a:off x="1116975" y="2922325"/>
              <a:ext cx="2259450" cy="838625"/>
            </a:xfrm>
            <a:custGeom>
              <a:avLst/>
              <a:gdLst/>
              <a:ahLst/>
              <a:cxnLst/>
              <a:rect l="l" t="t" r="r" b="b"/>
              <a:pathLst>
                <a:path w="90378" h="33545" extrusionOk="0">
                  <a:moveTo>
                    <a:pt x="87326" y="1"/>
                  </a:moveTo>
                  <a:cubicBezTo>
                    <a:pt x="87307" y="1"/>
                    <a:pt x="87288" y="2"/>
                    <a:pt x="87270" y="5"/>
                  </a:cubicBezTo>
                  <a:cubicBezTo>
                    <a:pt x="87270" y="5"/>
                    <a:pt x="15189" y="25152"/>
                    <a:pt x="987" y="31801"/>
                  </a:cubicBezTo>
                  <a:cubicBezTo>
                    <a:pt x="987" y="31801"/>
                    <a:pt x="1" y="33155"/>
                    <a:pt x="536" y="33539"/>
                  </a:cubicBezTo>
                  <a:cubicBezTo>
                    <a:pt x="540" y="33543"/>
                    <a:pt x="549" y="33544"/>
                    <a:pt x="562" y="33544"/>
                  </a:cubicBezTo>
                  <a:cubicBezTo>
                    <a:pt x="2136" y="33544"/>
                    <a:pt x="66156" y="10129"/>
                    <a:pt x="76827" y="7908"/>
                  </a:cubicBezTo>
                  <a:cubicBezTo>
                    <a:pt x="76827" y="7908"/>
                    <a:pt x="80598" y="6873"/>
                    <a:pt x="82565" y="6873"/>
                  </a:cubicBezTo>
                  <a:cubicBezTo>
                    <a:pt x="82804" y="6873"/>
                    <a:pt x="83017" y="6888"/>
                    <a:pt x="83193" y="6923"/>
                  </a:cubicBezTo>
                  <a:cubicBezTo>
                    <a:pt x="83526" y="6991"/>
                    <a:pt x="83915" y="7019"/>
                    <a:pt x="84325" y="7019"/>
                  </a:cubicBezTo>
                  <a:cubicBezTo>
                    <a:pt x="85910" y="7019"/>
                    <a:pt x="87813" y="6605"/>
                    <a:pt x="88038" y="6538"/>
                  </a:cubicBezTo>
                  <a:cubicBezTo>
                    <a:pt x="88372" y="6405"/>
                    <a:pt x="88623" y="6104"/>
                    <a:pt x="88690" y="5753"/>
                  </a:cubicBezTo>
                  <a:cubicBezTo>
                    <a:pt x="88707" y="5402"/>
                    <a:pt x="88272" y="3999"/>
                    <a:pt x="90378" y="3798"/>
                  </a:cubicBezTo>
                  <a:cubicBezTo>
                    <a:pt x="90378" y="3798"/>
                    <a:pt x="88334" y="1"/>
                    <a:pt x="87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89;p73">
              <a:extLst>
                <a:ext uri="{FF2B5EF4-FFF2-40B4-BE49-F238E27FC236}">
                  <a16:creationId xmlns:a16="http://schemas.microsoft.com/office/drawing/2014/main" id="{0686F1C5-12C6-BB8E-896D-46C49CB1A622}"/>
                </a:ext>
              </a:extLst>
            </p:cNvPr>
            <p:cNvSpPr/>
            <p:nvPr/>
          </p:nvSpPr>
          <p:spPr>
            <a:xfrm>
              <a:off x="1132000" y="2939675"/>
              <a:ext cx="2214775" cy="794075"/>
            </a:xfrm>
            <a:custGeom>
              <a:avLst/>
              <a:gdLst/>
              <a:ahLst/>
              <a:cxnLst/>
              <a:rect l="l" t="t" r="r" b="b"/>
              <a:pathLst>
                <a:path w="88591" h="31763" extrusionOk="0">
                  <a:moveTo>
                    <a:pt x="87801" y="0"/>
                  </a:moveTo>
                  <a:cubicBezTo>
                    <a:pt x="86694" y="0"/>
                    <a:pt x="69467" y="5680"/>
                    <a:pt x="50528" y="12594"/>
                  </a:cubicBezTo>
                  <a:cubicBezTo>
                    <a:pt x="27387" y="21049"/>
                    <a:pt x="219" y="31358"/>
                    <a:pt x="152" y="31475"/>
                  </a:cubicBezTo>
                  <a:cubicBezTo>
                    <a:pt x="102" y="31559"/>
                    <a:pt x="51" y="31659"/>
                    <a:pt x="1" y="31759"/>
                  </a:cubicBezTo>
                  <a:cubicBezTo>
                    <a:pt x="0" y="31761"/>
                    <a:pt x="2" y="31763"/>
                    <a:pt x="7" y="31763"/>
                  </a:cubicBezTo>
                  <a:cubicBezTo>
                    <a:pt x="470" y="31763"/>
                    <a:pt x="27097" y="22039"/>
                    <a:pt x="50896" y="13263"/>
                  </a:cubicBezTo>
                  <a:cubicBezTo>
                    <a:pt x="70679" y="5961"/>
                    <a:pt x="88590" y="1132"/>
                    <a:pt x="88390" y="832"/>
                  </a:cubicBezTo>
                  <a:cubicBezTo>
                    <a:pt x="88239" y="548"/>
                    <a:pt x="88056" y="264"/>
                    <a:pt x="87855" y="13"/>
                  </a:cubicBezTo>
                  <a:cubicBezTo>
                    <a:pt x="87849" y="5"/>
                    <a:pt x="87831" y="0"/>
                    <a:pt x="87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90;p73">
              <a:extLst>
                <a:ext uri="{FF2B5EF4-FFF2-40B4-BE49-F238E27FC236}">
                  <a16:creationId xmlns:a16="http://schemas.microsoft.com/office/drawing/2014/main" id="{1BC26EBA-6E08-30C1-FFBE-09F9B1CF907E}"/>
                </a:ext>
              </a:extLst>
            </p:cNvPr>
            <p:cNvSpPr/>
            <p:nvPr/>
          </p:nvSpPr>
          <p:spPr>
            <a:xfrm>
              <a:off x="3303725" y="3006575"/>
              <a:ext cx="278625" cy="125625"/>
            </a:xfrm>
            <a:custGeom>
              <a:avLst/>
              <a:gdLst/>
              <a:ahLst/>
              <a:cxnLst/>
              <a:rect l="l" t="t" r="r" b="b"/>
              <a:pathLst>
                <a:path w="11145" h="5025" extrusionOk="0">
                  <a:moveTo>
                    <a:pt x="2426" y="0"/>
                  </a:moveTo>
                  <a:cubicBezTo>
                    <a:pt x="611" y="0"/>
                    <a:pt x="940" y="1923"/>
                    <a:pt x="501" y="2567"/>
                  </a:cubicBezTo>
                  <a:cubicBezTo>
                    <a:pt x="0" y="3319"/>
                    <a:pt x="1187" y="4956"/>
                    <a:pt x="3893" y="5023"/>
                  </a:cubicBezTo>
                  <a:cubicBezTo>
                    <a:pt x="3931" y="5024"/>
                    <a:pt x="3969" y="5024"/>
                    <a:pt x="4008" y="5024"/>
                  </a:cubicBezTo>
                  <a:cubicBezTo>
                    <a:pt x="6726" y="5024"/>
                    <a:pt x="11145" y="2734"/>
                    <a:pt x="11145" y="2734"/>
                  </a:cubicBezTo>
                  <a:cubicBezTo>
                    <a:pt x="11145" y="2734"/>
                    <a:pt x="6182" y="846"/>
                    <a:pt x="3342" y="127"/>
                  </a:cubicBezTo>
                  <a:cubicBezTo>
                    <a:pt x="2987" y="40"/>
                    <a:pt x="2685" y="0"/>
                    <a:pt x="2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91;p73">
              <a:extLst>
                <a:ext uri="{FF2B5EF4-FFF2-40B4-BE49-F238E27FC236}">
                  <a16:creationId xmlns:a16="http://schemas.microsoft.com/office/drawing/2014/main" id="{CE01A94E-B932-B2C2-1526-BBD163136260}"/>
                </a:ext>
              </a:extLst>
            </p:cNvPr>
            <p:cNvSpPr/>
            <p:nvPr/>
          </p:nvSpPr>
          <p:spPr>
            <a:xfrm>
              <a:off x="3016800" y="1910825"/>
              <a:ext cx="367500" cy="676850"/>
            </a:xfrm>
            <a:custGeom>
              <a:avLst/>
              <a:gdLst/>
              <a:ahLst/>
              <a:cxnLst/>
              <a:rect l="l" t="t" r="r" b="b"/>
              <a:pathLst>
                <a:path w="14700" h="27074" extrusionOk="0">
                  <a:moveTo>
                    <a:pt x="392" y="0"/>
                  </a:moveTo>
                  <a:cubicBezTo>
                    <a:pt x="170" y="0"/>
                    <a:pt x="1" y="208"/>
                    <a:pt x="65" y="615"/>
                  </a:cubicBezTo>
                  <a:cubicBezTo>
                    <a:pt x="166" y="1267"/>
                    <a:pt x="10625" y="24408"/>
                    <a:pt x="10725" y="24692"/>
                  </a:cubicBezTo>
                  <a:cubicBezTo>
                    <a:pt x="10809" y="24993"/>
                    <a:pt x="10826" y="25060"/>
                    <a:pt x="10775" y="25661"/>
                  </a:cubicBezTo>
                  <a:cubicBezTo>
                    <a:pt x="10709" y="26263"/>
                    <a:pt x="11093" y="27065"/>
                    <a:pt x="11093" y="27065"/>
                  </a:cubicBezTo>
                  <a:cubicBezTo>
                    <a:pt x="11095" y="27071"/>
                    <a:pt x="11102" y="27074"/>
                    <a:pt x="11114" y="27074"/>
                  </a:cubicBezTo>
                  <a:cubicBezTo>
                    <a:pt x="11411" y="27074"/>
                    <a:pt x="14700" y="25006"/>
                    <a:pt x="14635" y="24893"/>
                  </a:cubicBezTo>
                  <a:cubicBezTo>
                    <a:pt x="14552" y="24776"/>
                    <a:pt x="13984" y="24007"/>
                    <a:pt x="13816" y="23991"/>
                  </a:cubicBezTo>
                  <a:cubicBezTo>
                    <a:pt x="13666" y="23991"/>
                    <a:pt x="13248" y="23673"/>
                    <a:pt x="12964" y="23339"/>
                  </a:cubicBezTo>
                  <a:cubicBezTo>
                    <a:pt x="12680" y="23005"/>
                    <a:pt x="1135" y="582"/>
                    <a:pt x="784" y="198"/>
                  </a:cubicBezTo>
                  <a:cubicBezTo>
                    <a:pt x="658" y="66"/>
                    <a:pt x="517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92;p73">
              <a:extLst>
                <a:ext uri="{FF2B5EF4-FFF2-40B4-BE49-F238E27FC236}">
                  <a16:creationId xmlns:a16="http://schemas.microsoft.com/office/drawing/2014/main" id="{844923BF-54D4-FD0B-6868-0217A65603CD}"/>
                </a:ext>
              </a:extLst>
            </p:cNvPr>
            <p:cNvSpPr/>
            <p:nvPr/>
          </p:nvSpPr>
          <p:spPr>
            <a:xfrm>
              <a:off x="2647900" y="2672225"/>
              <a:ext cx="594450" cy="195550"/>
            </a:xfrm>
            <a:custGeom>
              <a:avLst/>
              <a:gdLst/>
              <a:ahLst/>
              <a:cxnLst/>
              <a:rect l="l" t="t" r="r" b="b"/>
              <a:pathLst>
                <a:path w="23778" h="7822" extrusionOk="0">
                  <a:moveTo>
                    <a:pt x="23777" y="1"/>
                  </a:moveTo>
                  <a:lnTo>
                    <a:pt x="1204" y="7369"/>
                  </a:lnTo>
                  <a:cubicBezTo>
                    <a:pt x="1204" y="7369"/>
                    <a:pt x="1" y="7737"/>
                    <a:pt x="920" y="7820"/>
                  </a:cubicBezTo>
                  <a:cubicBezTo>
                    <a:pt x="926" y="7821"/>
                    <a:pt x="933" y="7821"/>
                    <a:pt x="941" y="7821"/>
                  </a:cubicBezTo>
                  <a:cubicBezTo>
                    <a:pt x="2115" y="7821"/>
                    <a:pt x="23677" y="1738"/>
                    <a:pt x="23677" y="1738"/>
                  </a:cubicBezTo>
                  <a:lnTo>
                    <a:pt x="23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93;p73">
              <a:extLst>
                <a:ext uri="{FF2B5EF4-FFF2-40B4-BE49-F238E27FC236}">
                  <a16:creationId xmlns:a16="http://schemas.microsoft.com/office/drawing/2014/main" id="{3D379B7E-0D96-4C99-9E68-58657C5FEF26}"/>
                </a:ext>
              </a:extLst>
            </p:cNvPr>
            <p:cNvSpPr/>
            <p:nvPr/>
          </p:nvSpPr>
          <p:spPr>
            <a:xfrm>
              <a:off x="2662525" y="2672225"/>
              <a:ext cx="579825" cy="192175"/>
            </a:xfrm>
            <a:custGeom>
              <a:avLst/>
              <a:gdLst/>
              <a:ahLst/>
              <a:cxnLst/>
              <a:rect l="l" t="t" r="r" b="b"/>
              <a:pathLst>
                <a:path w="23193" h="7687" extrusionOk="0">
                  <a:moveTo>
                    <a:pt x="23192" y="1"/>
                  </a:moveTo>
                  <a:lnTo>
                    <a:pt x="619" y="7369"/>
                  </a:lnTo>
                  <a:cubicBezTo>
                    <a:pt x="619" y="7369"/>
                    <a:pt x="17" y="7553"/>
                    <a:pt x="1" y="7687"/>
                  </a:cubicBezTo>
                  <a:lnTo>
                    <a:pt x="23125" y="1020"/>
                  </a:lnTo>
                  <a:lnTo>
                    <a:pt x="231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94;p73">
              <a:extLst>
                <a:ext uri="{FF2B5EF4-FFF2-40B4-BE49-F238E27FC236}">
                  <a16:creationId xmlns:a16="http://schemas.microsoft.com/office/drawing/2014/main" id="{3B13BB61-AC92-C497-7B79-F099BCFC5A49}"/>
                </a:ext>
              </a:extLst>
            </p:cNvPr>
            <p:cNvSpPr/>
            <p:nvPr/>
          </p:nvSpPr>
          <p:spPr>
            <a:xfrm>
              <a:off x="3455350" y="2256325"/>
              <a:ext cx="529825" cy="334050"/>
            </a:xfrm>
            <a:custGeom>
              <a:avLst/>
              <a:gdLst/>
              <a:ahLst/>
              <a:cxnLst/>
              <a:rect l="l" t="t" r="r" b="b"/>
              <a:pathLst>
                <a:path w="21193" h="13362" extrusionOk="0">
                  <a:moveTo>
                    <a:pt x="21091" y="1"/>
                  </a:moveTo>
                  <a:cubicBezTo>
                    <a:pt x="20923" y="1"/>
                    <a:pt x="20485" y="279"/>
                    <a:pt x="20485" y="279"/>
                  </a:cubicBezTo>
                  <a:lnTo>
                    <a:pt x="0" y="12293"/>
                  </a:lnTo>
                  <a:lnTo>
                    <a:pt x="1371" y="13362"/>
                  </a:lnTo>
                  <a:cubicBezTo>
                    <a:pt x="1371" y="13362"/>
                    <a:pt x="20468" y="1081"/>
                    <a:pt x="21003" y="346"/>
                  </a:cubicBezTo>
                  <a:cubicBezTo>
                    <a:pt x="21193" y="85"/>
                    <a:pt x="21183" y="1"/>
                    <a:pt x="210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95;p73">
              <a:extLst>
                <a:ext uri="{FF2B5EF4-FFF2-40B4-BE49-F238E27FC236}">
                  <a16:creationId xmlns:a16="http://schemas.microsoft.com/office/drawing/2014/main" id="{882DD0F4-C01B-53DD-DE7F-96FDD9B3F156}"/>
                </a:ext>
              </a:extLst>
            </p:cNvPr>
            <p:cNvSpPr/>
            <p:nvPr/>
          </p:nvSpPr>
          <p:spPr>
            <a:xfrm>
              <a:off x="3455350" y="2256375"/>
              <a:ext cx="528425" cy="323150"/>
            </a:xfrm>
            <a:custGeom>
              <a:avLst/>
              <a:gdLst/>
              <a:ahLst/>
              <a:cxnLst/>
              <a:rect l="l" t="t" r="r" b="b"/>
              <a:pathLst>
                <a:path w="21137" h="12926" extrusionOk="0">
                  <a:moveTo>
                    <a:pt x="21095" y="1"/>
                  </a:moveTo>
                  <a:cubicBezTo>
                    <a:pt x="20927" y="1"/>
                    <a:pt x="20485" y="277"/>
                    <a:pt x="20485" y="277"/>
                  </a:cubicBezTo>
                  <a:lnTo>
                    <a:pt x="0" y="12291"/>
                  </a:lnTo>
                  <a:lnTo>
                    <a:pt x="802" y="12925"/>
                  </a:lnTo>
                  <a:lnTo>
                    <a:pt x="21137" y="10"/>
                  </a:lnTo>
                  <a:cubicBezTo>
                    <a:pt x="21126" y="4"/>
                    <a:pt x="21112" y="1"/>
                    <a:pt x="2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96;p73">
              <a:extLst>
                <a:ext uri="{FF2B5EF4-FFF2-40B4-BE49-F238E27FC236}">
                  <a16:creationId xmlns:a16="http://schemas.microsoft.com/office/drawing/2014/main" id="{FF872BF1-94E8-1F39-3323-62E2E7C2C599}"/>
                </a:ext>
              </a:extLst>
            </p:cNvPr>
            <p:cNvSpPr/>
            <p:nvPr/>
          </p:nvSpPr>
          <p:spPr>
            <a:xfrm>
              <a:off x="3022600" y="1910775"/>
              <a:ext cx="360500" cy="648700"/>
            </a:xfrm>
            <a:custGeom>
              <a:avLst/>
              <a:gdLst/>
              <a:ahLst/>
              <a:cxnLst/>
              <a:rect l="l" t="t" r="r" b="b"/>
              <a:pathLst>
                <a:path w="14420" h="25948" extrusionOk="0">
                  <a:moveTo>
                    <a:pt x="146" y="0"/>
                  </a:moveTo>
                  <a:cubicBezTo>
                    <a:pt x="94" y="0"/>
                    <a:pt x="44" y="15"/>
                    <a:pt x="0" y="49"/>
                  </a:cubicBezTo>
                  <a:cubicBezTo>
                    <a:pt x="1354" y="2906"/>
                    <a:pt x="10376" y="21536"/>
                    <a:pt x="12899" y="25947"/>
                  </a:cubicBezTo>
                  <a:cubicBezTo>
                    <a:pt x="13701" y="25446"/>
                    <a:pt x="14420" y="24962"/>
                    <a:pt x="14386" y="24912"/>
                  </a:cubicBezTo>
                  <a:cubicBezTo>
                    <a:pt x="14303" y="24778"/>
                    <a:pt x="13735" y="24026"/>
                    <a:pt x="13584" y="24009"/>
                  </a:cubicBezTo>
                  <a:cubicBezTo>
                    <a:pt x="13417" y="23993"/>
                    <a:pt x="13000" y="23675"/>
                    <a:pt x="12732" y="23358"/>
                  </a:cubicBezTo>
                  <a:cubicBezTo>
                    <a:pt x="12448" y="23023"/>
                    <a:pt x="886" y="601"/>
                    <a:pt x="552" y="216"/>
                  </a:cubicBezTo>
                  <a:cubicBezTo>
                    <a:pt x="465" y="117"/>
                    <a:pt x="296" y="0"/>
                    <a:pt x="1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97;p73">
              <a:extLst>
                <a:ext uri="{FF2B5EF4-FFF2-40B4-BE49-F238E27FC236}">
                  <a16:creationId xmlns:a16="http://schemas.microsoft.com/office/drawing/2014/main" id="{96391D5E-44CA-B5C1-C252-870EDF56BDBB}"/>
                </a:ext>
              </a:extLst>
            </p:cNvPr>
            <p:cNvSpPr/>
            <p:nvPr/>
          </p:nvSpPr>
          <p:spPr>
            <a:xfrm>
              <a:off x="3129525" y="2181000"/>
              <a:ext cx="193850" cy="406725"/>
            </a:xfrm>
            <a:custGeom>
              <a:avLst/>
              <a:gdLst/>
              <a:ahLst/>
              <a:cxnLst/>
              <a:rect l="l" t="t" r="r" b="b"/>
              <a:pathLst>
                <a:path w="7754" h="16269" extrusionOk="0">
                  <a:moveTo>
                    <a:pt x="1" y="1"/>
                  </a:moveTo>
                  <a:lnTo>
                    <a:pt x="1" y="1"/>
                  </a:lnTo>
                  <a:cubicBezTo>
                    <a:pt x="2908" y="6500"/>
                    <a:pt x="6166" y="13735"/>
                    <a:pt x="6216" y="13885"/>
                  </a:cubicBezTo>
                  <a:cubicBezTo>
                    <a:pt x="6300" y="14186"/>
                    <a:pt x="6317" y="14270"/>
                    <a:pt x="6266" y="14854"/>
                  </a:cubicBezTo>
                  <a:cubicBezTo>
                    <a:pt x="6200" y="15456"/>
                    <a:pt x="6584" y="16258"/>
                    <a:pt x="6584" y="16258"/>
                  </a:cubicBezTo>
                  <a:cubicBezTo>
                    <a:pt x="6586" y="16265"/>
                    <a:pt x="6593" y="16268"/>
                    <a:pt x="6605" y="16268"/>
                  </a:cubicBezTo>
                  <a:cubicBezTo>
                    <a:pt x="6709" y="16268"/>
                    <a:pt x="7184" y="16018"/>
                    <a:pt x="7754" y="15673"/>
                  </a:cubicBezTo>
                  <a:cubicBezTo>
                    <a:pt x="7002" y="13919"/>
                    <a:pt x="5197" y="9708"/>
                    <a:pt x="3610" y="6417"/>
                  </a:cubicBezTo>
                  <a:cubicBezTo>
                    <a:pt x="2524" y="4211"/>
                    <a:pt x="1321" y="2072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98;p73">
              <a:extLst>
                <a:ext uri="{FF2B5EF4-FFF2-40B4-BE49-F238E27FC236}">
                  <a16:creationId xmlns:a16="http://schemas.microsoft.com/office/drawing/2014/main" id="{A4EE653B-B9D8-B7A5-86DB-A3BA4ECF8507}"/>
                </a:ext>
              </a:extLst>
            </p:cNvPr>
            <p:cNvSpPr/>
            <p:nvPr/>
          </p:nvSpPr>
          <p:spPr>
            <a:xfrm>
              <a:off x="3167550" y="2164300"/>
              <a:ext cx="215550" cy="383475"/>
            </a:xfrm>
            <a:custGeom>
              <a:avLst/>
              <a:gdLst/>
              <a:ahLst/>
              <a:cxnLst/>
              <a:rect l="l" t="t" r="r" b="b"/>
              <a:pathLst>
                <a:path w="8622" h="15339" extrusionOk="0">
                  <a:moveTo>
                    <a:pt x="0" y="0"/>
                  </a:moveTo>
                  <a:lnTo>
                    <a:pt x="0" y="0"/>
                  </a:lnTo>
                  <a:cubicBezTo>
                    <a:pt x="953" y="2356"/>
                    <a:pt x="3526" y="8020"/>
                    <a:pt x="4612" y="10025"/>
                  </a:cubicBezTo>
                  <a:cubicBezTo>
                    <a:pt x="5982" y="12548"/>
                    <a:pt x="7185" y="14754"/>
                    <a:pt x="7837" y="15339"/>
                  </a:cubicBezTo>
                  <a:cubicBezTo>
                    <a:pt x="8288" y="15038"/>
                    <a:pt x="8622" y="14787"/>
                    <a:pt x="8588" y="14754"/>
                  </a:cubicBezTo>
                  <a:cubicBezTo>
                    <a:pt x="8505" y="14637"/>
                    <a:pt x="7937" y="13885"/>
                    <a:pt x="7786" y="13868"/>
                  </a:cubicBezTo>
                  <a:cubicBezTo>
                    <a:pt x="7619" y="13852"/>
                    <a:pt x="7202" y="13534"/>
                    <a:pt x="6934" y="13217"/>
                  </a:cubicBezTo>
                  <a:cubicBezTo>
                    <a:pt x="6801" y="13050"/>
                    <a:pt x="2924" y="559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699;p73">
              <a:extLst>
                <a:ext uri="{FF2B5EF4-FFF2-40B4-BE49-F238E27FC236}">
                  <a16:creationId xmlns:a16="http://schemas.microsoft.com/office/drawing/2014/main" id="{BE7C3A1C-43EF-9B6B-3D8E-5D88C81341B6}"/>
                </a:ext>
              </a:extLst>
            </p:cNvPr>
            <p:cNvSpPr/>
            <p:nvPr/>
          </p:nvSpPr>
          <p:spPr>
            <a:xfrm>
              <a:off x="3804975" y="1618675"/>
              <a:ext cx="1913575" cy="1249900"/>
            </a:xfrm>
            <a:custGeom>
              <a:avLst/>
              <a:gdLst/>
              <a:ahLst/>
              <a:cxnLst/>
              <a:rect l="l" t="t" r="r" b="b"/>
              <a:pathLst>
                <a:path w="76543" h="49996" extrusionOk="0">
                  <a:moveTo>
                    <a:pt x="75792" y="0"/>
                  </a:moveTo>
                  <a:cubicBezTo>
                    <a:pt x="75222" y="0"/>
                    <a:pt x="74287" y="238"/>
                    <a:pt x="74287" y="238"/>
                  </a:cubicBezTo>
                  <a:cubicBezTo>
                    <a:pt x="54704" y="9361"/>
                    <a:pt x="1" y="42510"/>
                    <a:pt x="1" y="42510"/>
                  </a:cubicBezTo>
                  <a:lnTo>
                    <a:pt x="1237" y="49996"/>
                  </a:lnTo>
                  <a:cubicBezTo>
                    <a:pt x="8839" y="38801"/>
                    <a:pt x="75807" y="1708"/>
                    <a:pt x="76175" y="1391"/>
                  </a:cubicBezTo>
                  <a:cubicBezTo>
                    <a:pt x="76542" y="1057"/>
                    <a:pt x="76058" y="756"/>
                    <a:pt x="75941" y="706"/>
                  </a:cubicBezTo>
                  <a:cubicBezTo>
                    <a:pt x="75824" y="656"/>
                    <a:pt x="76208" y="238"/>
                    <a:pt x="76208" y="238"/>
                  </a:cubicBezTo>
                  <a:cubicBezTo>
                    <a:pt x="76270" y="60"/>
                    <a:pt x="76076" y="0"/>
                    <a:pt x="75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700;p73">
              <a:extLst>
                <a:ext uri="{FF2B5EF4-FFF2-40B4-BE49-F238E27FC236}">
                  <a16:creationId xmlns:a16="http://schemas.microsoft.com/office/drawing/2014/main" id="{48E2E93B-1EA4-D65C-6E33-14F618148E85}"/>
                </a:ext>
              </a:extLst>
            </p:cNvPr>
            <p:cNvSpPr/>
            <p:nvPr/>
          </p:nvSpPr>
          <p:spPr>
            <a:xfrm>
              <a:off x="3818750" y="1619675"/>
              <a:ext cx="1869300" cy="1115650"/>
            </a:xfrm>
            <a:custGeom>
              <a:avLst/>
              <a:gdLst/>
              <a:ahLst/>
              <a:cxnLst/>
              <a:rect l="l" t="t" r="r" b="b"/>
              <a:pathLst>
                <a:path w="74772" h="44626" extrusionOk="0">
                  <a:moveTo>
                    <a:pt x="74729" y="1"/>
                  </a:moveTo>
                  <a:cubicBezTo>
                    <a:pt x="74704" y="1"/>
                    <a:pt x="74648" y="12"/>
                    <a:pt x="74538" y="31"/>
                  </a:cubicBezTo>
                  <a:cubicBezTo>
                    <a:pt x="74321" y="64"/>
                    <a:pt x="55072" y="10306"/>
                    <a:pt x="36442" y="21401"/>
                  </a:cubicBezTo>
                  <a:cubicBezTo>
                    <a:pt x="17812" y="32495"/>
                    <a:pt x="68" y="43239"/>
                    <a:pt x="68" y="43239"/>
                  </a:cubicBezTo>
                  <a:lnTo>
                    <a:pt x="1" y="44626"/>
                  </a:lnTo>
                  <a:lnTo>
                    <a:pt x="36977" y="21802"/>
                  </a:lnTo>
                  <a:lnTo>
                    <a:pt x="74688" y="131"/>
                  </a:lnTo>
                  <a:cubicBezTo>
                    <a:pt x="74720" y="36"/>
                    <a:pt x="74772" y="1"/>
                    <a:pt x="74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01;p73">
              <a:extLst>
                <a:ext uri="{FF2B5EF4-FFF2-40B4-BE49-F238E27FC236}">
                  <a16:creationId xmlns:a16="http://schemas.microsoft.com/office/drawing/2014/main" id="{56BE618A-6FE6-A5E5-AE02-A4568C6936ED}"/>
                </a:ext>
              </a:extLst>
            </p:cNvPr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702;p73">
              <a:extLst>
                <a:ext uri="{FF2B5EF4-FFF2-40B4-BE49-F238E27FC236}">
                  <a16:creationId xmlns:a16="http://schemas.microsoft.com/office/drawing/2014/main" id="{86A86E79-E201-976D-5834-6A41367FB2CE}"/>
                </a:ext>
              </a:extLst>
            </p:cNvPr>
            <p:cNvSpPr/>
            <p:nvPr/>
          </p:nvSpPr>
          <p:spPr>
            <a:xfrm>
              <a:off x="3192200" y="2486150"/>
              <a:ext cx="673775" cy="596975"/>
            </a:xfrm>
            <a:custGeom>
              <a:avLst/>
              <a:gdLst/>
              <a:ahLst/>
              <a:cxnLst/>
              <a:rect l="l" t="t" r="r" b="b"/>
              <a:pathLst>
                <a:path w="26951" h="23879" extrusionOk="0">
                  <a:moveTo>
                    <a:pt x="14000" y="1"/>
                  </a:moveTo>
                  <a:cubicBezTo>
                    <a:pt x="7930" y="1"/>
                    <a:pt x="1550" y="3763"/>
                    <a:pt x="819" y="9733"/>
                  </a:cubicBezTo>
                  <a:cubicBezTo>
                    <a:pt x="0" y="16266"/>
                    <a:pt x="6282" y="22983"/>
                    <a:pt x="12816" y="23785"/>
                  </a:cubicBezTo>
                  <a:cubicBezTo>
                    <a:pt x="13319" y="23848"/>
                    <a:pt x="13819" y="23878"/>
                    <a:pt x="14313" y="23878"/>
                  </a:cubicBezTo>
                  <a:cubicBezTo>
                    <a:pt x="20249" y="23878"/>
                    <a:pt x="25376" y="19456"/>
                    <a:pt x="26132" y="13425"/>
                  </a:cubicBezTo>
                  <a:cubicBezTo>
                    <a:pt x="26951" y="6876"/>
                    <a:pt x="22306" y="927"/>
                    <a:pt x="15756" y="109"/>
                  </a:cubicBezTo>
                  <a:cubicBezTo>
                    <a:pt x="15177" y="36"/>
                    <a:pt x="14590" y="1"/>
                    <a:pt x="140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703;p73">
              <a:extLst>
                <a:ext uri="{FF2B5EF4-FFF2-40B4-BE49-F238E27FC236}">
                  <a16:creationId xmlns:a16="http://schemas.microsoft.com/office/drawing/2014/main" id="{DED17529-FCEB-5E6C-1A7F-ABD240AC2030}"/>
                </a:ext>
              </a:extLst>
            </p:cNvPr>
            <p:cNvSpPr/>
            <p:nvPr/>
          </p:nvSpPr>
          <p:spPr>
            <a:xfrm>
              <a:off x="3241900" y="2486600"/>
              <a:ext cx="628275" cy="596475"/>
            </a:xfrm>
            <a:custGeom>
              <a:avLst/>
              <a:gdLst/>
              <a:ahLst/>
              <a:cxnLst/>
              <a:rect l="l" t="t" r="r" b="b"/>
              <a:pathLst>
                <a:path w="25131" h="23859" extrusionOk="0">
                  <a:moveTo>
                    <a:pt x="12319" y="0"/>
                  </a:moveTo>
                  <a:cubicBezTo>
                    <a:pt x="11128" y="0"/>
                    <a:pt x="9918" y="180"/>
                    <a:pt x="8722" y="559"/>
                  </a:cubicBezTo>
                  <a:cubicBezTo>
                    <a:pt x="4111" y="1996"/>
                    <a:pt x="836" y="6089"/>
                    <a:pt x="418" y="10884"/>
                  </a:cubicBezTo>
                  <a:cubicBezTo>
                    <a:pt x="0" y="15696"/>
                    <a:pt x="2507" y="20275"/>
                    <a:pt x="6784" y="22514"/>
                  </a:cubicBezTo>
                  <a:cubicBezTo>
                    <a:pt x="8528" y="23416"/>
                    <a:pt x="10421" y="23858"/>
                    <a:pt x="12301" y="23858"/>
                  </a:cubicBezTo>
                  <a:cubicBezTo>
                    <a:pt x="15051" y="23858"/>
                    <a:pt x="17774" y="22912"/>
                    <a:pt x="19967" y="21077"/>
                  </a:cubicBezTo>
                  <a:cubicBezTo>
                    <a:pt x="23660" y="17969"/>
                    <a:pt x="25130" y="12956"/>
                    <a:pt x="23693" y="8345"/>
                  </a:cubicBezTo>
                  <a:cubicBezTo>
                    <a:pt x="22083" y="3258"/>
                    <a:pt x="17384" y="0"/>
                    <a:pt x="12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704;p73">
              <a:extLst>
                <a:ext uri="{FF2B5EF4-FFF2-40B4-BE49-F238E27FC236}">
                  <a16:creationId xmlns:a16="http://schemas.microsoft.com/office/drawing/2014/main" id="{9391A636-FF45-9D25-FD6A-DAE300B8D4EA}"/>
                </a:ext>
              </a:extLst>
            </p:cNvPr>
            <p:cNvSpPr/>
            <p:nvPr/>
          </p:nvSpPr>
          <p:spPr>
            <a:xfrm>
              <a:off x="3401475" y="2486825"/>
              <a:ext cx="469525" cy="596225"/>
            </a:xfrm>
            <a:custGeom>
              <a:avLst/>
              <a:gdLst/>
              <a:ahLst/>
              <a:cxnLst/>
              <a:rect l="l" t="t" r="r" b="b"/>
              <a:pathLst>
                <a:path w="18781" h="23849" extrusionOk="0">
                  <a:moveTo>
                    <a:pt x="5938" y="1"/>
                  </a:moveTo>
                  <a:cubicBezTo>
                    <a:pt x="4992" y="1"/>
                    <a:pt x="4032" y="114"/>
                    <a:pt x="3074" y="349"/>
                  </a:cubicBezTo>
                  <a:cubicBezTo>
                    <a:pt x="6533" y="5094"/>
                    <a:pt x="7302" y="7016"/>
                    <a:pt x="8321" y="12362"/>
                  </a:cubicBezTo>
                  <a:cubicBezTo>
                    <a:pt x="7786" y="15286"/>
                    <a:pt x="2824" y="21586"/>
                    <a:pt x="0" y="22271"/>
                  </a:cubicBezTo>
                  <a:cubicBezTo>
                    <a:pt x="1847" y="23328"/>
                    <a:pt x="3895" y="23849"/>
                    <a:pt x="5934" y="23849"/>
                  </a:cubicBezTo>
                  <a:cubicBezTo>
                    <a:pt x="8599" y="23849"/>
                    <a:pt x="11249" y="22960"/>
                    <a:pt x="13417" y="21218"/>
                  </a:cubicBezTo>
                  <a:cubicBezTo>
                    <a:pt x="17243" y="18127"/>
                    <a:pt x="18780" y="13014"/>
                    <a:pt x="17310" y="8336"/>
                  </a:cubicBezTo>
                  <a:cubicBezTo>
                    <a:pt x="15704" y="3277"/>
                    <a:pt x="11031" y="1"/>
                    <a:pt x="59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705;p73">
              <a:extLst>
                <a:ext uri="{FF2B5EF4-FFF2-40B4-BE49-F238E27FC236}">
                  <a16:creationId xmlns:a16="http://schemas.microsoft.com/office/drawing/2014/main" id="{DAF43143-8905-A813-7BEE-221BE4496AEA}"/>
                </a:ext>
              </a:extLst>
            </p:cNvPr>
            <p:cNvSpPr/>
            <p:nvPr/>
          </p:nvSpPr>
          <p:spPr>
            <a:xfrm>
              <a:off x="3439050" y="2681400"/>
              <a:ext cx="104875" cy="77375"/>
            </a:xfrm>
            <a:custGeom>
              <a:avLst/>
              <a:gdLst/>
              <a:ahLst/>
              <a:cxnLst/>
              <a:rect l="l" t="t" r="r" b="b"/>
              <a:pathLst>
                <a:path w="4195" h="3095" extrusionOk="0">
                  <a:moveTo>
                    <a:pt x="3050" y="1"/>
                  </a:moveTo>
                  <a:cubicBezTo>
                    <a:pt x="3034" y="1"/>
                    <a:pt x="3025" y="1"/>
                    <a:pt x="3025" y="1"/>
                  </a:cubicBezTo>
                  <a:cubicBezTo>
                    <a:pt x="3025" y="1"/>
                    <a:pt x="903" y="904"/>
                    <a:pt x="452" y="1054"/>
                  </a:cubicBezTo>
                  <a:cubicBezTo>
                    <a:pt x="1" y="1188"/>
                    <a:pt x="218" y="1522"/>
                    <a:pt x="218" y="1522"/>
                  </a:cubicBezTo>
                  <a:cubicBezTo>
                    <a:pt x="218" y="1522"/>
                    <a:pt x="686" y="3059"/>
                    <a:pt x="703" y="3092"/>
                  </a:cubicBezTo>
                  <a:cubicBezTo>
                    <a:pt x="703" y="3094"/>
                    <a:pt x="706" y="3094"/>
                    <a:pt x="710" y="3094"/>
                  </a:cubicBezTo>
                  <a:cubicBezTo>
                    <a:pt x="867" y="3094"/>
                    <a:pt x="3288" y="2202"/>
                    <a:pt x="3744" y="2006"/>
                  </a:cubicBezTo>
                  <a:cubicBezTo>
                    <a:pt x="4195" y="1789"/>
                    <a:pt x="4011" y="1539"/>
                    <a:pt x="4011" y="1539"/>
                  </a:cubicBezTo>
                  <a:cubicBezTo>
                    <a:pt x="4011" y="1539"/>
                    <a:pt x="3409" y="269"/>
                    <a:pt x="3326" y="118"/>
                  </a:cubicBezTo>
                  <a:cubicBezTo>
                    <a:pt x="3272" y="11"/>
                    <a:pt x="3112" y="1"/>
                    <a:pt x="30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06;p73">
              <a:extLst>
                <a:ext uri="{FF2B5EF4-FFF2-40B4-BE49-F238E27FC236}">
                  <a16:creationId xmlns:a16="http://schemas.microsoft.com/office/drawing/2014/main" id="{483C7DD8-213B-0570-F85B-D7C88854F496}"/>
                </a:ext>
              </a:extLst>
            </p:cNvPr>
            <p:cNvSpPr/>
            <p:nvPr/>
          </p:nvSpPr>
          <p:spPr>
            <a:xfrm>
              <a:off x="3416675" y="2711925"/>
              <a:ext cx="31600" cy="73725"/>
            </a:xfrm>
            <a:custGeom>
              <a:avLst/>
              <a:gdLst/>
              <a:ahLst/>
              <a:cxnLst/>
              <a:rect l="l" t="t" r="r" b="b"/>
              <a:pathLst>
                <a:path w="1264" h="2949" extrusionOk="0">
                  <a:moveTo>
                    <a:pt x="500" y="0"/>
                  </a:moveTo>
                  <a:cubicBezTo>
                    <a:pt x="323" y="0"/>
                    <a:pt x="261" y="384"/>
                    <a:pt x="261" y="384"/>
                  </a:cubicBezTo>
                  <a:lnTo>
                    <a:pt x="10" y="2807"/>
                  </a:lnTo>
                  <a:cubicBezTo>
                    <a:pt x="1" y="2903"/>
                    <a:pt x="54" y="2949"/>
                    <a:pt x="141" y="2949"/>
                  </a:cubicBezTo>
                  <a:cubicBezTo>
                    <a:pt x="360" y="2949"/>
                    <a:pt x="793" y="2659"/>
                    <a:pt x="996" y="2122"/>
                  </a:cubicBezTo>
                  <a:cubicBezTo>
                    <a:pt x="1263" y="1370"/>
                    <a:pt x="846" y="217"/>
                    <a:pt x="595" y="34"/>
                  </a:cubicBezTo>
                  <a:cubicBezTo>
                    <a:pt x="560" y="10"/>
                    <a:pt x="529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07;p73">
              <a:extLst>
                <a:ext uri="{FF2B5EF4-FFF2-40B4-BE49-F238E27FC236}">
                  <a16:creationId xmlns:a16="http://schemas.microsoft.com/office/drawing/2014/main" id="{61F24E60-E9B6-DB8D-7FF5-01F189096C88}"/>
                </a:ext>
              </a:extLst>
            </p:cNvPr>
            <p:cNvSpPr/>
            <p:nvPr/>
          </p:nvSpPr>
          <p:spPr>
            <a:xfrm>
              <a:off x="3379750" y="2716325"/>
              <a:ext cx="38950" cy="81675"/>
            </a:xfrm>
            <a:custGeom>
              <a:avLst/>
              <a:gdLst/>
              <a:ahLst/>
              <a:cxnLst/>
              <a:rect l="l" t="t" r="r" b="b"/>
              <a:pathLst>
                <a:path w="1558" h="3267" extrusionOk="0">
                  <a:moveTo>
                    <a:pt x="1436" y="0"/>
                  </a:moveTo>
                  <a:cubicBezTo>
                    <a:pt x="1422" y="0"/>
                    <a:pt x="1406" y="3"/>
                    <a:pt x="1387" y="8"/>
                  </a:cubicBezTo>
                  <a:cubicBezTo>
                    <a:pt x="1186" y="41"/>
                    <a:pt x="869" y="25"/>
                    <a:pt x="635" y="660"/>
                  </a:cubicBezTo>
                  <a:cubicBezTo>
                    <a:pt x="435" y="1211"/>
                    <a:pt x="0" y="3049"/>
                    <a:pt x="301" y="3266"/>
                  </a:cubicBezTo>
                  <a:lnTo>
                    <a:pt x="1170" y="2999"/>
                  </a:lnTo>
                  <a:cubicBezTo>
                    <a:pt x="1237" y="2898"/>
                    <a:pt x="1270" y="2798"/>
                    <a:pt x="1270" y="2681"/>
                  </a:cubicBezTo>
                  <a:cubicBezTo>
                    <a:pt x="1270" y="2531"/>
                    <a:pt x="1504" y="175"/>
                    <a:pt x="1504" y="175"/>
                  </a:cubicBezTo>
                  <a:cubicBezTo>
                    <a:pt x="1504" y="175"/>
                    <a:pt x="1558" y="0"/>
                    <a:pt x="14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08;p73">
              <a:extLst>
                <a:ext uri="{FF2B5EF4-FFF2-40B4-BE49-F238E27FC236}">
                  <a16:creationId xmlns:a16="http://schemas.microsoft.com/office/drawing/2014/main" id="{C571AA63-C8B5-1707-EE1F-D20FF894560F}"/>
                </a:ext>
              </a:extLst>
            </p:cNvPr>
            <p:cNvSpPr/>
            <p:nvPr/>
          </p:nvSpPr>
          <p:spPr>
            <a:xfrm>
              <a:off x="3528450" y="2635375"/>
              <a:ext cx="100700" cy="82900"/>
            </a:xfrm>
            <a:custGeom>
              <a:avLst/>
              <a:gdLst/>
              <a:ahLst/>
              <a:cxnLst/>
              <a:rect l="l" t="t" r="r" b="b"/>
              <a:pathLst>
                <a:path w="4028" h="3316" extrusionOk="0">
                  <a:moveTo>
                    <a:pt x="2837" y="0"/>
                  </a:moveTo>
                  <a:cubicBezTo>
                    <a:pt x="2769" y="0"/>
                    <a:pt x="2688" y="24"/>
                    <a:pt x="2590" y="88"/>
                  </a:cubicBezTo>
                  <a:cubicBezTo>
                    <a:pt x="2189" y="339"/>
                    <a:pt x="151" y="1425"/>
                    <a:pt x="151" y="1425"/>
                  </a:cubicBezTo>
                  <a:cubicBezTo>
                    <a:pt x="151" y="1425"/>
                    <a:pt x="0" y="1575"/>
                    <a:pt x="51" y="1725"/>
                  </a:cubicBezTo>
                  <a:cubicBezTo>
                    <a:pt x="117" y="1876"/>
                    <a:pt x="702" y="3146"/>
                    <a:pt x="702" y="3146"/>
                  </a:cubicBezTo>
                  <a:cubicBezTo>
                    <a:pt x="702" y="3146"/>
                    <a:pt x="747" y="3315"/>
                    <a:pt x="947" y="3315"/>
                  </a:cubicBezTo>
                  <a:cubicBezTo>
                    <a:pt x="1021" y="3315"/>
                    <a:pt x="1115" y="3292"/>
                    <a:pt x="1237" y="3229"/>
                  </a:cubicBezTo>
                  <a:cubicBezTo>
                    <a:pt x="1688" y="3012"/>
                    <a:pt x="4027" y="1642"/>
                    <a:pt x="4010" y="1592"/>
                  </a:cubicBezTo>
                  <a:cubicBezTo>
                    <a:pt x="3994" y="1542"/>
                    <a:pt x="3108" y="205"/>
                    <a:pt x="3108" y="205"/>
                  </a:cubicBezTo>
                  <a:cubicBezTo>
                    <a:pt x="3108" y="205"/>
                    <a:pt x="3034" y="0"/>
                    <a:pt x="28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09;p73">
              <a:extLst>
                <a:ext uri="{FF2B5EF4-FFF2-40B4-BE49-F238E27FC236}">
                  <a16:creationId xmlns:a16="http://schemas.microsoft.com/office/drawing/2014/main" id="{E41C97AF-659B-68E2-89D4-D02011326EBD}"/>
                </a:ext>
              </a:extLst>
            </p:cNvPr>
            <p:cNvSpPr/>
            <p:nvPr/>
          </p:nvSpPr>
          <p:spPr>
            <a:xfrm>
              <a:off x="3609075" y="2622700"/>
              <a:ext cx="68450" cy="46600"/>
            </a:xfrm>
            <a:custGeom>
              <a:avLst/>
              <a:gdLst/>
              <a:ahLst/>
              <a:cxnLst/>
              <a:rect l="l" t="t" r="r" b="b"/>
              <a:pathLst>
                <a:path w="2738" h="1864" extrusionOk="0">
                  <a:moveTo>
                    <a:pt x="179" y="1"/>
                  </a:moveTo>
                  <a:cubicBezTo>
                    <a:pt x="102" y="1"/>
                    <a:pt x="40" y="36"/>
                    <a:pt x="34" y="144"/>
                  </a:cubicBezTo>
                  <a:cubicBezTo>
                    <a:pt x="0" y="445"/>
                    <a:pt x="635" y="1514"/>
                    <a:pt x="1387" y="1781"/>
                  </a:cubicBezTo>
                  <a:cubicBezTo>
                    <a:pt x="1562" y="1839"/>
                    <a:pt x="1732" y="1863"/>
                    <a:pt x="1886" y="1863"/>
                  </a:cubicBezTo>
                  <a:cubicBezTo>
                    <a:pt x="2397" y="1863"/>
                    <a:pt x="2737" y="1601"/>
                    <a:pt x="2506" y="1447"/>
                  </a:cubicBezTo>
                  <a:lnTo>
                    <a:pt x="501" y="110"/>
                  </a:lnTo>
                  <a:cubicBezTo>
                    <a:pt x="501" y="110"/>
                    <a:pt x="317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10;p73">
              <a:extLst>
                <a:ext uri="{FF2B5EF4-FFF2-40B4-BE49-F238E27FC236}">
                  <a16:creationId xmlns:a16="http://schemas.microsoft.com/office/drawing/2014/main" id="{0BE595E7-C063-1F3E-F908-8410079EA6A5}"/>
                </a:ext>
              </a:extLst>
            </p:cNvPr>
            <p:cNvSpPr/>
            <p:nvPr/>
          </p:nvSpPr>
          <p:spPr>
            <a:xfrm>
              <a:off x="3619500" y="2609125"/>
              <a:ext cx="84425" cy="49775"/>
            </a:xfrm>
            <a:custGeom>
              <a:avLst/>
              <a:gdLst/>
              <a:ahLst/>
              <a:cxnLst/>
              <a:rect l="l" t="t" r="r" b="b"/>
              <a:pathLst>
                <a:path w="3377" h="1991" extrusionOk="0">
                  <a:moveTo>
                    <a:pt x="679" y="0"/>
                  </a:moveTo>
                  <a:cubicBezTo>
                    <a:pt x="376" y="0"/>
                    <a:pt x="243" y="156"/>
                    <a:pt x="135" y="252"/>
                  </a:cubicBezTo>
                  <a:cubicBezTo>
                    <a:pt x="1" y="369"/>
                    <a:pt x="201" y="453"/>
                    <a:pt x="201" y="453"/>
                  </a:cubicBezTo>
                  <a:cubicBezTo>
                    <a:pt x="201" y="453"/>
                    <a:pt x="2173" y="1756"/>
                    <a:pt x="2290" y="1873"/>
                  </a:cubicBezTo>
                  <a:cubicBezTo>
                    <a:pt x="2374" y="1940"/>
                    <a:pt x="2474" y="1973"/>
                    <a:pt x="2591" y="1990"/>
                  </a:cubicBezTo>
                  <a:lnTo>
                    <a:pt x="3359" y="1489"/>
                  </a:lnTo>
                  <a:cubicBezTo>
                    <a:pt x="3376" y="1121"/>
                    <a:pt x="1688" y="286"/>
                    <a:pt x="1120" y="85"/>
                  </a:cubicBezTo>
                  <a:cubicBezTo>
                    <a:pt x="941" y="24"/>
                    <a:pt x="797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711;p73">
              <a:extLst>
                <a:ext uri="{FF2B5EF4-FFF2-40B4-BE49-F238E27FC236}">
                  <a16:creationId xmlns:a16="http://schemas.microsoft.com/office/drawing/2014/main" id="{4D1BC892-EB76-123C-0951-61E48E4B10F8}"/>
                </a:ext>
              </a:extLst>
            </p:cNvPr>
            <p:cNvSpPr/>
            <p:nvPr/>
          </p:nvSpPr>
          <p:spPr>
            <a:xfrm>
              <a:off x="2642900" y="3245825"/>
              <a:ext cx="338900" cy="308950"/>
            </a:xfrm>
            <a:custGeom>
              <a:avLst/>
              <a:gdLst/>
              <a:ahLst/>
              <a:cxnLst/>
              <a:rect l="l" t="t" r="r" b="b"/>
              <a:pathLst>
                <a:path w="13556" h="12358" extrusionOk="0">
                  <a:moveTo>
                    <a:pt x="6353" y="0"/>
                  </a:moveTo>
                  <a:cubicBezTo>
                    <a:pt x="5744" y="0"/>
                    <a:pt x="5124" y="91"/>
                    <a:pt x="4512" y="282"/>
                  </a:cubicBezTo>
                  <a:cubicBezTo>
                    <a:pt x="2139" y="1034"/>
                    <a:pt x="451" y="3122"/>
                    <a:pt x="217" y="5612"/>
                  </a:cubicBezTo>
                  <a:cubicBezTo>
                    <a:pt x="0" y="8084"/>
                    <a:pt x="1287" y="10457"/>
                    <a:pt x="3492" y="11627"/>
                  </a:cubicBezTo>
                  <a:cubicBezTo>
                    <a:pt x="4448" y="12131"/>
                    <a:pt x="5429" y="12358"/>
                    <a:pt x="6378" y="12358"/>
                  </a:cubicBezTo>
                  <a:cubicBezTo>
                    <a:pt x="10242" y="12358"/>
                    <a:pt x="13555" y="8587"/>
                    <a:pt x="12281" y="4375"/>
                  </a:cubicBezTo>
                  <a:cubicBezTo>
                    <a:pt x="11452" y="1713"/>
                    <a:pt x="9001" y="0"/>
                    <a:pt x="6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712;p73">
              <a:extLst>
                <a:ext uri="{FF2B5EF4-FFF2-40B4-BE49-F238E27FC236}">
                  <a16:creationId xmlns:a16="http://schemas.microsoft.com/office/drawing/2014/main" id="{EFA0E858-D0CB-3E72-65E1-29F4D7AE3EA9}"/>
                </a:ext>
              </a:extLst>
            </p:cNvPr>
            <p:cNvSpPr/>
            <p:nvPr/>
          </p:nvSpPr>
          <p:spPr>
            <a:xfrm>
              <a:off x="2648750" y="3279525"/>
              <a:ext cx="306625" cy="263725"/>
            </a:xfrm>
            <a:custGeom>
              <a:avLst/>
              <a:gdLst/>
              <a:ahLst/>
              <a:cxnLst/>
              <a:rect l="l" t="t" r="r" b="b"/>
              <a:pathLst>
                <a:path w="12265" h="10549" extrusionOk="0">
                  <a:moveTo>
                    <a:pt x="6299" y="0"/>
                  </a:moveTo>
                  <a:cubicBezTo>
                    <a:pt x="5726" y="0"/>
                    <a:pt x="5141" y="87"/>
                    <a:pt x="4562" y="270"/>
                  </a:cubicBezTo>
                  <a:cubicBezTo>
                    <a:pt x="1654" y="1189"/>
                    <a:pt x="0" y="4180"/>
                    <a:pt x="869" y="6937"/>
                  </a:cubicBezTo>
                  <a:cubicBezTo>
                    <a:pt x="1565" y="9145"/>
                    <a:pt x="3675" y="10549"/>
                    <a:pt x="5981" y="10549"/>
                  </a:cubicBezTo>
                  <a:cubicBezTo>
                    <a:pt x="6554" y="10549"/>
                    <a:pt x="7140" y="10462"/>
                    <a:pt x="7720" y="10279"/>
                  </a:cubicBezTo>
                  <a:cubicBezTo>
                    <a:pt x="10627" y="9360"/>
                    <a:pt x="12264" y="6386"/>
                    <a:pt x="11395" y="3612"/>
                  </a:cubicBezTo>
                  <a:cubicBezTo>
                    <a:pt x="10700" y="1404"/>
                    <a:pt x="8600" y="0"/>
                    <a:pt x="6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713;p73">
              <a:extLst>
                <a:ext uri="{FF2B5EF4-FFF2-40B4-BE49-F238E27FC236}">
                  <a16:creationId xmlns:a16="http://schemas.microsoft.com/office/drawing/2014/main" id="{CB95915D-EEE2-E915-168F-53E63FE7B2BA}"/>
                </a:ext>
              </a:extLst>
            </p:cNvPr>
            <p:cNvSpPr/>
            <p:nvPr/>
          </p:nvSpPr>
          <p:spPr>
            <a:xfrm>
              <a:off x="2671300" y="3298875"/>
              <a:ext cx="261925" cy="225025"/>
            </a:xfrm>
            <a:custGeom>
              <a:avLst/>
              <a:gdLst/>
              <a:ahLst/>
              <a:cxnLst/>
              <a:rect l="l" t="t" r="r" b="b"/>
              <a:pathLst>
                <a:path w="10477" h="9001" extrusionOk="0">
                  <a:moveTo>
                    <a:pt x="5372" y="1"/>
                  </a:moveTo>
                  <a:cubicBezTo>
                    <a:pt x="4884" y="1"/>
                    <a:pt x="4386" y="75"/>
                    <a:pt x="3894" y="231"/>
                  </a:cubicBezTo>
                  <a:cubicBezTo>
                    <a:pt x="1404" y="1000"/>
                    <a:pt x="0" y="3556"/>
                    <a:pt x="752" y="5912"/>
                  </a:cubicBezTo>
                  <a:cubicBezTo>
                    <a:pt x="1341" y="7799"/>
                    <a:pt x="3130" y="9000"/>
                    <a:pt x="5098" y="9000"/>
                  </a:cubicBezTo>
                  <a:cubicBezTo>
                    <a:pt x="5588" y="9000"/>
                    <a:pt x="6088" y="8926"/>
                    <a:pt x="6584" y="8770"/>
                  </a:cubicBezTo>
                  <a:cubicBezTo>
                    <a:pt x="9056" y="7984"/>
                    <a:pt x="10477" y="5445"/>
                    <a:pt x="9725" y="3089"/>
                  </a:cubicBezTo>
                  <a:cubicBezTo>
                    <a:pt x="9136" y="1202"/>
                    <a:pt x="7336" y="1"/>
                    <a:pt x="53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3" name="TextBox 842">
            <a:extLst>
              <a:ext uri="{FF2B5EF4-FFF2-40B4-BE49-F238E27FC236}">
                <a16:creationId xmlns:a16="http://schemas.microsoft.com/office/drawing/2014/main" id="{CA10435E-967A-1E09-5F8C-B369AAF0C3BB}"/>
              </a:ext>
            </a:extLst>
          </p:cNvPr>
          <p:cNvSpPr txBox="1"/>
          <p:nvPr/>
        </p:nvSpPr>
        <p:spPr>
          <a:xfrm>
            <a:off x="443447" y="1924505"/>
            <a:ext cx="20413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/>
            <a:r>
              <a:rPr lang="en-GB" dirty="0"/>
              <a:t>Company is expanding into aviation (commercial &amp; private enterprises).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0"/>
          <p:cNvSpPr txBox="1">
            <a:spLocks noGrp="1"/>
          </p:cNvSpPr>
          <p:nvPr>
            <p:ph type="title"/>
          </p:nvPr>
        </p:nvSpPr>
        <p:spPr>
          <a:xfrm>
            <a:off x="585888" y="447841"/>
            <a:ext cx="8073821" cy="3946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sz="2000" dirty="0">
                <a:solidFill>
                  <a:schemeClr val="accent1">
                    <a:lumMod val="75000"/>
                  </a:schemeClr>
                </a:solidFill>
              </a:rPr>
              <a:t>Understanding the Business Need: Mitigating Risk in Aviation</a:t>
            </a:r>
          </a:p>
        </p:txBody>
      </p:sp>
      <p:sp>
        <p:nvSpPr>
          <p:cNvPr id="851" name="Google Shape;851;p40"/>
          <p:cNvSpPr txBox="1">
            <a:spLocks noGrp="1"/>
          </p:cNvSpPr>
          <p:nvPr>
            <p:ph type="subTitle" idx="5"/>
          </p:nvPr>
        </p:nvSpPr>
        <p:spPr>
          <a:xfrm>
            <a:off x="730985" y="3169132"/>
            <a:ext cx="8190882" cy="13104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388" lvl="1" indent="0"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Risk Categories Addressed from the analysis</a:t>
            </a:r>
            <a:endParaRPr lang="en-GB" sz="16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pPr marL="179388" lvl="2" indent="0" algn="l"/>
            <a:r>
              <a:rPr lang="en-GB" sz="1600" dirty="0">
                <a:latin typeface="+mn-lt"/>
              </a:rPr>
              <a:t>Accident Frequency</a:t>
            </a:r>
          </a:p>
          <a:p>
            <a:pPr marL="179388" lvl="2" indent="0" algn="l"/>
            <a:r>
              <a:rPr lang="en-GB" sz="1600" dirty="0">
                <a:latin typeface="+mn-lt"/>
              </a:rPr>
              <a:t>Aircraft Damage Severity (Financial Risk)</a:t>
            </a:r>
          </a:p>
          <a:p>
            <a:pPr marL="179388" lvl="2" indent="0" algn="l"/>
            <a:r>
              <a:rPr lang="en-GB" sz="1600" dirty="0">
                <a:latin typeface="+mn-lt"/>
              </a:rPr>
              <a:t>Human Impact (Safety &amp; Liability Risk)</a:t>
            </a:r>
          </a:p>
          <a:p>
            <a:pPr marL="179388" lvl="2" indent="0" algn="l"/>
            <a:r>
              <a:rPr lang="en-GB" sz="1600" dirty="0">
                <a:latin typeface="+mn-lt"/>
              </a:rPr>
              <a:t>Operational Vulnerabilities (Contextual Risk)</a:t>
            </a:r>
          </a:p>
          <a:p>
            <a:pPr marL="0" lvl="0" indent="0" algn="l"/>
            <a:endParaRPr sz="1600" dirty="0">
              <a:latin typeface="+mn-lt"/>
            </a:endParaRPr>
          </a:p>
        </p:txBody>
      </p:sp>
      <p:sp>
        <p:nvSpPr>
          <p:cNvPr id="853" name="Google Shape;853;p40"/>
          <p:cNvSpPr txBox="1">
            <a:spLocks noGrp="1"/>
          </p:cNvSpPr>
          <p:nvPr>
            <p:ph type="title" idx="7"/>
          </p:nvPr>
        </p:nvSpPr>
        <p:spPr>
          <a:xfrm>
            <a:off x="-41035" y="1050652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01</a:t>
            </a:r>
            <a:endParaRPr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855" name="Google Shape;855;p40"/>
          <p:cNvSpPr txBox="1">
            <a:spLocks noGrp="1"/>
          </p:cNvSpPr>
          <p:nvPr>
            <p:ph type="title" idx="9"/>
          </p:nvPr>
        </p:nvSpPr>
        <p:spPr>
          <a:xfrm>
            <a:off x="-21266" y="2092231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02</a:t>
            </a:r>
            <a:endParaRPr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857" name="Google Shape;857;p40"/>
          <p:cNvSpPr txBox="1">
            <a:spLocks noGrp="1"/>
          </p:cNvSpPr>
          <p:nvPr>
            <p:ph type="title" idx="14"/>
          </p:nvPr>
        </p:nvSpPr>
        <p:spPr>
          <a:xfrm>
            <a:off x="-21266" y="3175025"/>
            <a:ext cx="7530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03</a:t>
            </a:r>
            <a:endParaRPr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grpSp>
        <p:nvGrpSpPr>
          <p:cNvPr id="865" name="Google Shape;865;p40"/>
          <p:cNvGrpSpPr/>
          <p:nvPr/>
        </p:nvGrpSpPr>
        <p:grpSpPr>
          <a:xfrm flipH="1">
            <a:off x="6457096" y="1008160"/>
            <a:ext cx="1013770" cy="394682"/>
            <a:chOff x="5860838" y="1725109"/>
            <a:chExt cx="1363694" cy="530914"/>
          </a:xfrm>
        </p:grpSpPr>
        <p:sp>
          <p:nvSpPr>
            <p:cNvPr id="866" name="Google Shape;866;p40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0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0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Subtitle 18">
            <a:extLst>
              <a:ext uri="{FF2B5EF4-FFF2-40B4-BE49-F238E27FC236}">
                <a16:creationId xmlns:a16="http://schemas.microsoft.com/office/drawing/2014/main" id="{7591F64B-AFB7-53A6-163A-E4C5A8351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999" y="1033577"/>
            <a:ext cx="7658513" cy="848385"/>
          </a:xfrm>
        </p:spPr>
        <p:txBody>
          <a:bodyPr/>
          <a:lstStyle/>
          <a:p>
            <a:pPr marL="179388" lvl="1" indent="0"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Diversification Goal: </a:t>
            </a:r>
            <a:r>
              <a:rPr lang="en-GB" sz="1600" dirty="0">
                <a:latin typeface="+mn-lt"/>
              </a:rPr>
              <a:t>Company's strategic imperative to diversify portfolio by entering the aviation sector.</a:t>
            </a:r>
          </a:p>
          <a:p>
            <a:pPr marL="179388" lvl="1" indent="0" algn="l"/>
            <a:r>
              <a:rPr lang="en-GB" sz="1600" b="1" dirty="0">
                <a:latin typeface="+mn-lt"/>
              </a:rPr>
              <a:t>Core Problem:</a:t>
            </a:r>
            <a:r>
              <a:rPr lang="en-GB" sz="1600" dirty="0">
                <a:latin typeface="+mn-lt"/>
              </a:rPr>
              <a:t> ”We don't know anything about the potential risks of aircraft."</a:t>
            </a:r>
          </a:p>
          <a:p>
            <a:pPr algn="l"/>
            <a:endParaRPr lang="en-KE" sz="1600" dirty="0">
              <a:latin typeface="+mn-lt"/>
            </a:endParaRPr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E0075A89-F5D2-F100-B9EB-933B29E6271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32482" y="1989474"/>
            <a:ext cx="8027908" cy="1115434"/>
          </a:xfrm>
        </p:spPr>
        <p:txBody>
          <a:bodyPr/>
          <a:lstStyle/>
          <a:p>
            <a:pPr marL="179388" lvl="1" indent="0"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Project Objective: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GB" sz="1600" dirty="0">
                <a:latin typeface="+mn-lt"/>
              </a:rPr>
              <a:t>Determine which aircraft are the lowest risk for the company's initial </a:t>
            </a:r>
            <a:r>
              <a:rPr lang="en-GB" sz="1600" dirty="0" err="1">
                <a:latin typeface="+mn-lt"/>
              </a:rPr>
              <a:t>endeavor</a:t>
            </a:r>
            <a:r>
              <a:rPr lang="en-GB" sz="1600" dirty="0">
                <a:latin typeface="+mn-lt"/>
              </a:rPr>
              <a:t>.</a:t>
            </a:r>
          </a:p>
          <a:p>
            <a:pPr marL="179388" lvl="1" indent="0" algn="l"/>
            <a:r>
              <a:rPr lang="en-GB" sz="16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Key Stakeholder Need: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n-GB" sz="1600" dirty="0">
                <a:latin typeface="+mn-lt"/>
              </a:rPr>
              <a:t>Provide actionable insights for the Head of the New Aviation Division to decide on aircraft purchases.</a:t>
            </a:r>
          </a:p>
          <a:p>
            <a:endParaRPr lang="en-KE" sz="1600" dirty="0">
              <a:latin typeface="+mn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56255E-DA30-573F-07CE-2F5C18D7D77D}"/>
              </a:ext>
            </a:extLst>
          </p:cNvPr>
          <p:cNvCxnSpPr/>
          <p:nvPr/>
        </p:nvCxnSpPr>
        <p:spPr>
          <a:xfrm>
            <a:off x="732482" y="1008160"/>
            <a:ext cx="0" cy="3515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oogle Shape;942;p42">
            <a:extLst>
              <a:ext uri="{FF2B5EF4-FFF2-40B4-BE49-F238E27FC236}">
                <a16:creationId xmlns:a16="http://schemas.microsoft.com/office/drawing/2014/main" id="{957D1631-765A-BBF3-5B8A-9EA3D0EEA8F3}"/>
              </a:ext>
            </a:extLst>
          </p:cNvPr>
          <p:cNvGrpSpPr/>
          <p:nvPr/>
        </p:nvGrpSpPr>
        <p:grpSpPr>
          <a:xfrm flipH="1">
            <a:off x="5919429" y="3141629"/>
            <a:ext cx="4520449" cy="1441016"/>
            <a:chOff x="6041334" y="1305468"/>
            <a:chExt cx="4520449" cy="1441016"/>
          </a:xfrm>
        </p:grpSpPr>
        <p:sp>
          <p:nvSpPr>
            <p:cNvPr id="32" name="Google Shape;943;p42">
              <a:extLst>
                <a:ext uri="{FF2B5EF4-FFF2-40B4-BE49-F238E27FC236}">
                  <a16:creationId xmlns:a16="http://schemas.microsoft.com/office/drawing/2014/main" id="{42A22F2A-DCFA-E20D-C1E6-18E611EE3C99}"/>
                </a:ext>
              </a:extLst>
            </p:cNvPr>
            <p:cNvSpPr/>
            <p:nvPr/>
          </p:nvSpPr>
          <p:spPr>
            <a:xfrm>
              <a:off x="6041334" y="1936517"/>
              <a:ext cx="1567967" cy="651665"/>
            </a:xfrm>
            <a:custGeom>
              <a:avLst/>
              <a:gdLst/>
              <a:ahLst/>
              <a:cxnLst/>
              <a:rect l="l" t="t" r="r" b="b"/>
              <a:pathLst>
                <a:path w="7300" h="3034" extrusionOk="0">
                  <a:moveTo>
                    <a:pt x="7300" y="1"/>
                  </a:moveTo>
                  <a:cubicBezTo>
                    <a:pt x="6363" y="5"/>
                    <a:pt x="5425" y="10"/>
                    <a:pt x="4488" y="15"/>
                  </a:cubicBezTo>
                  <a:cubicBezTo>
                    <a:pt x="4006" y="20"/>
                    <a:pt x="3531" y="20"/>
                    <a:pt x="3050" y="24"/>
                  </a:cubicBezTo>
                  <a:cubicBezTo>
                    <a:pt x="2878" y="38"/>
                    <a:pt x="2561" y="94"/>
                    <a:pt x="2253" y="290"/>
                  </a:cubicBezTo>
                  <a:cubicBezTo>
                    <a:pt x="2109" y="384"/>
                    <a:pt x="2002" y="481"/>
                    <a:pt x="1931" y="565"/>
                  </a:cubicBezTo>
                  <a:cubicBezTo>
                    <a:pt x="1666" y="645"/>
                    <a:pt x="1269" y="785"/>
                    <a:pt x="831" y="1017"/>
                  </a:cubicBezTo>
                  <a:cubicBezTo>
                    <a:pt x="331" y="1279"/>
                    <a:pt x="5" y="1452"/>
                    <a:pt x="5" y="1671"/>
                  </a:cubicBezTo>
                  <a:cubicBezTo>
                    <a:pt x="0" y="1946"/>
                    <a:pt x="514" y="2231"/>
                    <a:pt x="1227" y="2375"/>
                  </a:cubicBezTo>
                  <a:cubicBezTo>
                    <a:pt x="1791" y="2511"/>
                    <a:pt x="2398" y="2636"/>
                    <a:pt x="3050" y="2739"/>
                  </a:cubicBezTo>
                  <a:cubicBezTo>
                    <a:pt x="3545" y="2819"/>
                    <a:pt x="4025" y="2879"/>
                    <a:pt x="4488" y="2920"/>
                  </a:cubicBezTo>
                  <a:cubicBezTo>
                    <a:pt x="5299" y="3002"/>
                    <a:pt x="6061" y="3034"/>
                    <a:pt x="6765" y="3034"/>
                  </a:cubicBezTo>
                  <a:cubicBezTo>
                    <a:pt x="6947" y="3034"/>
                    <a:pt x="7126" y="3032"/>
                    <a:pt x="7300" y="3028"/>
                  </a:cubicBezTo>
                  <a:lnTo>
                    <a:pt x="730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44;p42">
              <a:extLst>
                <a:ext uri="{FF2B5EF4-FFF2-40B4-BE49-F238E27FC236}">
                  <a16:creationId xmlns:a16="http://schemas.microsoft.com/office/drawing/2014/main" id="{241B8C7C-A2D5-0443-9A1E-2C1B1D83CD38}"/>
                </a:ext>
              </a:extLst>
            </p:cNvPr>
            <p:cNvSpPr/>
            <p:nvPr/>
          </p:nvSpPr>
          <p:spPr>
            <a:xfrm>
              <a:off x="7611010" y="1934584"/>
              <a:ext cx="2654160" cy="655531"/>
            </a:xfrm>
            <a:custGeom>
              <a:avLst/>
              <a:gdLst/>
              <a:ahLst/>
              <a:cxnLst/>
              <a:rect l="l" t="t" r="r" b="b"/>
              <a:pathLst>
                <a:path w="12357" h="3052" extrusionOk="0">
                  <a:moveTo>
                    <a:pt x="1" y="1"/>
                  </a:moveTo>
                  <a:lnTo>
                    <a:pt x="1" y="3051"/>
                  </a:lnTo>
                  <a:lnTo>
                    <a:pt x="6657" y="3051"/>
                  </a:lnTo>
                  <a:lnTo>
                    <a:pt x="6657" y="1614"/>
                  </a:lnTo>
                  <a:lnTo>
                    <a:pt x="11461" y="1614"/>
                  </a:lnTo>
                  <a:cubicBezTo>
                    <a:pt x="11718" y="1228"/>
                    <a:pt x="11970" y="845"/>
                    <a:pt x="12226" y="458"/>
                  </a:cubicBezTo>
                  <a:cubicBezTo>
                    <a:pt x="12357" y="262"/>
                    <a:pt x="12217" y="1"/>
                    <a:pt x="1197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45;p42">
              <a:extLst>
                <a:ext uri="{FF2B5EF4-FFF2-40B4-BE49-F238E27FC236}">
                  <a16:creationId xmlns:a16="http://schemas.microsoft.com/office/drawing/2014/main" id="{9ABE6984-741E-1E50-61BD-FA5BD0BD63DB}"/>
                </a:ext>
              </a:extLst>
            </p:cNvPr>
            <p:cNvSpPr/>
            <p:nvPr/>
          </p:nvSpPr>
          <p:spPr>
            <a:xfrm>
              <a:off x="9419316" y="1305468"/>
              <a:ext cx="789998" cy="629327"/>
            </a:xfrm>
            <a:custGeom>
              <a:avLst/>
              <a:gdLst/>
              <a:ahLst/>
              <a:cxnLst/>
              <a:rect l="l" t="t" r="r" b="b"/>
              <a:pathLst>
                <a:path w="3678" h="2930" extrusionOk="0">
                  <a:moveTo>
                    <a:pt x="2692" y="0"/>
                  </a:moveTo>
                  <a:lnTo>
                    <a:pt x="705" y="2584"/>
                  </a:lnTo>
                  <a:lnTo>
                    <a:pt x="1" y="2930"/>
                  </a:lnTo>
                  <a:lnTo>
                    <a:pt x="3019" y="293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46;p42">
              <a:extLst>
                <a:ext uri="{FF2B5EF4-FFF2-40B4-BE49-F238E27FC236}">
                  <a16:creationId xmlns:a16="http://schemas.microsoft.com/office/drawing/2014/main" id="{9F2B8FD3-699A-5810-D565-AA29879F9148}"/>
                </a:ext>
              </a:extLst>
            </p:cNvPr>
            <p:cNvSpPr/>
            <p:nvPr/>
          </p:nvSpPr>
          <p:spPr>
            <a:xfrm>
              <a:off x="8652091" y="2160971"/>
              <a:ext cx="72384" cy="104602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2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2" y="0"/>
                    <a:pt x="169" y="0"/>
                  </a:cubicBezTo>
                  <a:lnTo>
                    <a:pt x="169" y="0"/>
                  </a:lnTo>
                  <a:cubicBezTo>
                    <a:pt x="75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5" y="486"/>
                    <a:pt x="169" y="486"/>
                  </a:cubicBezTo>
                  <a:close/>
                </a:path>
              </a:pathLst>
            </a:custGeom>
            <a:noFill/>
            <a:ln w="1275" cap="flat" cmpd="sng">
              <a:solidFill>
                <a:srgbClr val="1B1464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47;p42">
              <a:extLst>
                <a:ext uri="{FF2B5EF4-FFF2-40B4-BE49-F238E27FC236}">
                  <a16:creationId xmlns:a16="http://schemas.microsoft.com/office/drawing/2014/main" id="{B524802E-E15B-B9D4-14FC-77FC9AF8A071}"/>
                </a:ext>
              </a:extLst>
            </p:cNvPr>
            <p:cNvSpPr/>
            <p:nvPr/>
          </p:nvSpPr>
          <p:spPr>
            <a:xfrm>
              <a:off x="8795140" y="2160971"/>
              <a:ext cx="72384" cy="104602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3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3" y="0"/>
                    <a:pt x="169" y="0"/>
                  </a:cubicBezTo>
                  <a:lnTo>
                    <a:pt x="169" y="0"/>
                  </a:lnTo>
                  <a:cubicBezTo>
                    <a:pt x="76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6" y="486"/>
                    <a:pt x="169" y="48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48;p42">
              <a:extLst>
                <a:ext uri="{FF2B5EF4-FFF2-40B4-BE49-F238E27FC236}">
                  <a16:creationId xmlns:a16="http://schemas.microsoft.com/office/drawing/2014/main" id="{4E388A57-AFA5-E9A7-A583-5011F9EC21DF}"/>
                </a:ext>
              </a:extLst>
            </p:cNvPr>
            <p:cNvSpPr/>
            <p:nvPr/>
          </p:nvSpPr>
          <p:spPr>
            <a:xfrm>
              <a:off x="7131387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8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38" y="485"/>
                  </a:cubicBezTo>
                  <a:lnTo>
                    <a:pt x="135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5" y="522"/>
                  </a:cubicBezTo>
                  <a:lnTo>
                    <a:pt x="238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49;p42">
              <a:extLst>
                <a:ext uri="{FF2B5EF4-FFF2-40B4-BE49-F238E27FC236}">
                  <a16:creationId xmlns:a16="http://schemas.microsoft.com/office/drawing/2014/main" id="{F8DA81D9-53C6-B979-4742-DC1CCF5DE181}"/>
                </a:ext>
              </a:extLst>
            </p:cNvPr>
            <p:cNvSpPr/>
            <p:nvPr/>
          </p:nvSpPr>
          <p:spPr>
            <a:xfrm>
              <a:off x="7266489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4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4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50;p42">
              <a:extLst>
                <a:ext uri="{FF2B5EF4-FFF2-40B4-BE49-F238E27FC236}">
                  <a16:creationId xmlns:a16="http://schemas.microsoft.com/office/drawing/2014/main" id="{1ECE9D20-3EB3-0E71-D17C-7774AF7D583C}"/>
                </a:ext>
              </a:extLst>
            </p:cNvPr>
            <p:cNvSpPr/>
            <p:nvPr/>
          </p:nvSpPr>
          <p:spPr>
            <a:xfrm>
              <a:off x="7401806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3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43" y="485"/>
                  </a:cubicBezTo>
                  <a:lnTo>
                    <a:pt x="135" y="485"/>
                  </a:lnTo>
                  <a:cubicBezTo>
                    <a:pt x="79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5" y="522"/>
                  </a:cubicBezTo>
                  <a:lnTo>
                    <a:pt x="243" y="522"/>
                  </a:lnTo>
                  <a:cubicBezTo>
                    <a:pt x="313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3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51;p42">
              <a:extLst>
                <a:ext uri="{FF2B5EF4-FFF2-40B4-BE49-F238E27FC236}">
                  <a16:creationId xmlns:a16="http://schemas.microsoft.com/office/drawing/2014/main" id="{64D588D7-2B2F-200C-0D01-964EB8F1BE0E}"/>
                </a:ext>
              </a:extLst>
            </p:cNvPr>
            <p:cNvSpPr/>
            <p:nvPr/>
          </p:nvSpPr>
          <p:spPr>
            <a:xfrm>
              <a:off x="7550869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44" y="37"/>
                  </a:moveTo>
                  <a:cubicBezTo>
                    <a:pt x="295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9" y="444"/>
                    <a:pt x="39" y="388"/>
                  </a:cubicBezTo>
                  <a:lnTo>
                    <a:pt x="39" y="136"/>
                  </a:lnTo>
                  <a:cubicBezTo>
                    <a:pt x="39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2" y="522"/>
                    <a:pt x="136" y="522"/>
                  </a:cubicBezTo>
                  <a:lnTo>
                    <a:pt x="244" y="522"/>
                  </a:lnTo>
                  <a:cubicBezTo>
                    <a:pt x="314" y="522"/>
                    <a:pt x="375" y="462"/>
                    <a:pt x="375" y="388"/>
                  </a:cubicBezTo>
                  <a:lnTo>
                    <a:pt x="375" y="136"/>
                  </a:lnTo>
                  <a:cubicBezTo>
                    <a:pt x="375" y="61"/>
                    <a:pt x="314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2;p42">
              <a:extLst>
                <a:ext uri="{FF2B5EF4-FFF2-40B4-BE49-F238E27FC236}">
                  <a16:creationId xmlns:a16="http://schemas.microsoft.com/office/drawing/2014/main" id="{1EF01621-167F-23AB-881F-A31DD822AA11}"/>
                </a:ext>
              </a:extLst>
            </p:cNvPr>
            <p:cNvSpPr/>
            <p:nvPr/>
          </p:nvSpPr>
          <p:spPr>
            <a:xfrm>
              <a:off x="7686401" y="2157105"/>
              <a:ext cx="80117" cy="112334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43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7" y="444"/>
                    <a:pt x="37" y="388"/>
                  </a:cubicBezTo>
                  <a:lnTo>
                    <a:pt x="37" y="136"/>
                  </a:lnTo>
                  <a:cubicBezTo>
                    <a:pt x="37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53;p42">
              <a:extLst>
                <a:ext uri="{FF2B5EF4-FFF2-40B4-BE49-F238E27FC236}">
                  <a16:creationId xmlns:a16="http://schemas.microsoft.com/office/drawing/2014/main" id="{B8041B03-AEA9-10C5-49E4-E91F94595A41}"/>
                </a:ext>
              </a:extLst>
            </p:cNvPr>
            <p:cNvSpPr/>
            <p:nvPr/>
          </p:nvSpPr>
          <p:spPr>
            <a:xfrm>
              <a:off x="7821503" y="2157105"/>
              <a:ext cx="81405" cy="112334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2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54;p42">
              <a:extLst>
                <a:ext uri="{FF2B5EF4-FFF2-40B4-BE49-F238E27FC236}">
                  <a16:creationId xmlns:a16="http://schemas.microsoft.com/office/drawing/2014/main" id="{D59D2997-0E6E-49A4-9963-BFE3ABB7665E}"/>
                </a:ext>
              </a:extLst>
            </p:cNvPr>
            <p:cNvSpPr/>
            <p:nvPr/>
          </p:nvSpPr>
          <p:spPr>
            <a:xfrm>
              <a:off x="7970781" y="2157105"/>
              <a:ext cx="81405" cy="112334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55;p42">
              <a:extLst>
                <a:ext uri="{FF2B5EF4-FFF2-40B4-BE49-F238E27FC236}">
                  <a16:creationId xmlns:a16="http://schemas.microsoft.com/office/drawing/2014/main" id="{4CE772F4-9706-B912-6B68-913C6B1ABCF4}"/>
                </a:ext>
              </a:extLst>
            </p:cNvPr>
            <p:cNvSpPr/>
            <p:nvPr/>
          </p:nvSpPr>
          <p:spPr>
            <a:xfrm>
              <a:off x="8106098" y="2157105"/>
              <a:ext cx="81191" cy="112334"/>
            </a:xfrm>
            <a:custGeom>
              <a:avLst/>
              <a:gdLst/>
              <a:ahLst/>
              <a:cxnLst/>
              <a:rect l="l" t="t" r="r" b="b"/>
              <a:pathLst>
                <a:path w="378" h="523" extrusionOk="0">
                  <a:moveTo>
                    <a:pt x="242" y="37"/>
                  </a:moveTo>
                  <a:cubicBezTo>
                    <a:pt x="298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8" y="485"/>
                    <a:pt x="242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2" y="522"/>
                  </a:lnTo>
                  <a:cubicBezTo>
                    <a:pt x="317" y="522"/>
                    <a:pt x="378" y="462"/>
                    <a:pt x="378" y="388"/>
                  </a:cubicBezTo>
                  <a:lnTo>
                    <a:pt x="378" y="136"/>
                  </a:lnTo>
                  <a:cubicBezTo>
                    <a:pt x="378" y="61"/>
                    <a:pt x="317" y="0"/>
                    <a:pt x="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56;p42">
              <a:extLst>
                <a:ext uri="{FF2B5EF4-FFF2-40B4-BE49-F238E27FC236}">
                  <a16:creationId xmlns:a16="http://schemas.microsoft.com/office/drawing/2014/main" id="{F56A05D2-A7BF-368D-3D76-786FFC7BAB71}"/>
                </a:ext>
              </a:extLst>
            </p:cNvPr>
            <p:cNvSpPr/>
            <p:nvPr/>
          </p:nvSpPr>
          <p:spPr>
            <a:xfrm>
              <a:off x="8242274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36" y="80"/>
                    <a:pt x="336" y="136"/>
                  </a:cubicBezTo>
                  <a:lnTo>
                    <a:pt x="336" y="388"/>
                  </a:lnTo>
                  <a:cubicBezTo>
                    <a:pt x="336" y="444"/>
                    <a:pt x="295" y="485"/>
                    <a:pt x="239" y="485"/>
                  </a:cubicBezTo>
                  <a:lnTo>
                    <a:pt x="131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56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56" y="522"/>
                    <a:pt x="131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57;p42">
              <a:extLst>
                <a:ext uri="{FF2B5EF4-FFF2-40B4-BE49-F238E27FC236}">
                  <a16:creationId xmlns:a16="http://schemas.microsoft.com/office/drawing/2014/main" id="{DD9DA841-DB98-43E8-8894-D977F52BDCF4}"/>
                </a:ext>
              </a:extLst>
            </p:cNvPr>
            <p:cNvSpPr/>
            <p:nvPr/>
          </p:nvSpPr>
          <p:spPr>
            <a:xfrm>
              <a:off x="8377591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8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38" y="485"/>
                  </a:cubicBezTo>
                  <a:lnTo>
                    <a:pt x="131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1" y="522"/>
                  </a:cubicBezTo>
                  <a:lnTo>
                    <a:pt x="238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58;p42">
              <a:extLst>
                <a:ext uri="{FF2B5EF4-FFF2-40B4-BE49-F238E27FC236}">
                  <a16:creationId xmlns:a16="http://schemas.microsoft.com/office/drawing/2014/main" id="{B6233AF0-38C0-872B-AECC-E4F05F2C6229}"/>
                </a:ext>
              </a:extLst>
            </p:cNvPr>
            <p:cNvSpPr/>
            <p:nvPr/>
          </p:nvSpPr>
          <p:spPr>
            <a:xfrm>
              <a:off x="8512693" y="2157105"/>
              <a:ext cx="80546" cy="112334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2" y="522"/>
                    <a:pt x="136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rgbClr val="1B1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59;p42">
              <a:extLst>
                <a:ext uri="{FF2B5EF4-FFF2-40B4-BE49-F238E27FC236}">
                  <a16:creationId xmlns:a16="http://schemas.microsoft.com/office/drawing/2014/main" id="{40C697AF-0E73-8348-27CD-3A8335966593}"/>
                </a:ext>
              </a:extLst>
            </p:cNvPr>
            <p:cNvSpPr/>
            <p:nvPr/>
          </p:nvSpPr>
          <p:spPr>
            <a:xfrm>
              <a:off x="8940767" y="2157105"/>
              <a:ext cx="80117" cy="112334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37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37" y="485"/>
                  </a:cubicBezTo>
                  <a:lnTo>
                    <a:pt x="130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0" y="37"/>
                  </a:cubicBezTo>
                  <a:close/>
                  <a:moveTo>
                    <a:pt x="130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0" y="522"/>
                  </a:cubicBezTo>
                  <a:lnTo>
                    <a:pt x="237" y="522"/>
                  </a:lnTo>
                  <a:cubicBezTo>
                    <a:pt x="312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2" y="0"/>
                    <a:pt x="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60;p42">
              <a:extLst>
                <a:ext uri="{FF2B5EF4-FFF2-40B4-BE49-F238E27FC236}">
                  <a16:creationId xmlns:a16="http://schemas.microsoft.com/office/drawing/2014/main" id="{9C195C09-F547-FAD7-1C62-3457A55B4ABD}"/>
                </a:ext>
              </a:extLst>
            </p:cNvPr>
            <p:cNvSpPr/>
            <p:nvPr/>
          </p:nvSpPr>
          <p:spPr>
            <a:xfrm>
              <a:off x="9075869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9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39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61;p42">
              <a:extLst>
                <a:ext uri="{FF2B5EF4-FFF2-40B4-BE49-F238E27FC236}">
                  <a16:creationId xmlns:a16="http://schemas.microsoft.com/office/drawing/2014/main" id="{93D4E7F3-DBB4-9041-B057-B6890656D191}"/>
                </a:ext>
              </a:extLst>
            </p:cNvPr>
            <p:cNvSpPr/>
            <p:nvPr/>
          </p:nvSpPr>
          <p:spPr>
            <a:xfrm>
              <a:off x="9211185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2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42" y="485"/>
                  </a:cubicBezTo>
                  <a:lnTo>
                    <a:pt x="135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5" y="522"/>
                  </a:cubicBezTo>
                  <a:lnTo>
                    <a:pt x="242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62;p42">
              <a:extLst>
                <a:ext uri="{FF2B5EF4-FFF2-40B4-BE49-F238E27FC236}">
                  <a16:creationId xmlns:a16="http://schemas.microsoft.com/office/drawing/2014/main" id="{E004DF80-231F-4A01-5714-DCF5369F1906}"/>
                </a:ext>
              </a:extLst>
            </p:cNvPr>
            <p:cNvSpPr/>
            <p:nvPr/>
          </p:nvSpPr>
          <p:spPr>
            <a:xfrm>
              <a:off x="9346288" y="2157105"/>
              <a:ext cx="80331" cy="112334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4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4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63;p42">
              <a:extLst>
                <a:ext uri="{FF2B5EF4-FFF2-40B4-BE49-F238E27FC236}">
                  <a16:creationId xmlns:a16="http://schemas.microsoft.com/office/drawing/2014/main" id="{5327EFB1-7400-2FAB-87A8-05D4B9CD7A95}"/>
                </a:ext>
              </a:extLst>
            </p:cNvPr>
            <p:cNvSpPr/>
            <p:nvPr/>
          </p:nvSpPr>
          <p:spPr>
            <a:xfrm>
              <a:off x="9551626" y="2061953"/>
              <a:ext cx="1010157" cy="193524"/>
            </a:xfrm>
            <a:custGeom>
              <a:avLst/>
              <a:gdLst/>
              <a:ahLst/>
              <a:cxnLst/>
              <a:rect l="l" t="t" r="r" b="b"/>
              <a:pathLst>
                <a:path w="4703" h="901" extrusionOk="0">
                  <a:moveTo>
                    <a:pt x="3425" y="0"/>
                  </a:moveTo>
                  <a:lnTo>
                    <a:pt x="1" y="825"/>
                  </a:lnTo>
                  <a:lnTo>
                    <a:pt x="2076" y="900"/>
                  </a:lnTo>
                  <a:lnTo>
                    <a:pt x="4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64;p42">
              <a:extLst>
                <a:ext uri="{FF2B5EF4-FFF2-40B4-BE49-F238E27FC236}">
                  <a16:creationId xmlns:a16="http://schemas.microsoft.com/office/drawing/2014/main" id="{3B1CAF58-8AAF-34F8-12FF-65868441535E}"/>
                </a:ext>
              </a:extLst>
            </p:cNvPr>
            <p:cNvSpPr/>
            <p:nvPr/>
          </p:nvSpPr>
          <p:spPr>
            <a:xfrm>
              <a:off x="6041334" y="1939739"/>
              <a:ext cx="963978" cy="624172"/>
            </a:xfrm>
            <a:custGeom>
              <a:avLst/>
              <a:gdLst/>
              <a:ahLst/>
              <a:cxnLst/>
              <a:rect l="l" t="t" r="r" b="b"/>
              <a:pathLst>
                <a:path w="4488" h="2906" extrusionOk="0">
                  <a:moveTo>
                    <a:pt x="4488" y="0"/>
                  </a:moveTo>
                  <a:cubicBezTo>
                    <a:pt x="4006" y="5"/>
                    <a:pt x="3526" y="5"/>
                    <a:pt x="3050" y="9"/>
                  </a:cubicBezTo>
                  <a:cubicBezTo>
                    <a:pt x="2878" y="23"/>
                    <a:pt x="2561" y="79"/>
                    <a:pt x="2253" y="275"/>
                  </a:cubicBezTo>
                  <a:cubicBezTo>
                    <a:pt x="2183" y="317"/>
                    <a:pt x="2122" y="364"/>
                    <a:pt x="2071" y="410"/>
                  </a:cubicBezTo>
                  <a:cubicBezTo>
                    <a:pt x="2015" y="457"/>
                    <a:pt x="1969" y="509"/>
                    <a:pt x="1927" y="550"/>
                  </a:cubicBezTo>
                  <a:cubicBezTo>
                    <a:pt x="1666" y="630"/>
                    <a:pt x="1269" y="770"/>
                    <a:pt x="831" y="1002"/>
                  </a:cubicBezTo>
                  <a:cubicBezTo>
                    <a:pt x="331" y="1264"/>
                    <a:pt x="5" y="1437"/>
                    <a:pt x="5" y="1656"/>
                  </a:cubicBezTo>
                  <a:cubicBezTo>
                    <a:pt x="0" y="1931"/>
                    <a:pt x="514" y="2216"/>
                    <a:pt x="1227" y="2360"/>
                  </a:cubicBezTo>
                  <a:cubicBezTo>
                    <a:pt x="1791" y="2496"/>
                    <a:pt x="2398" y="2621"/>
                    <a:pt x="3050" y="2724"/>
                  </a:cubicBezTo>
                  <a:cubicBezTo>
                    <a:pt x="3545" y="2804"/>
                    <a:pt x="4025" y="2864"/>
                    <a:pt x="4488" y="2905"/>
                  </a:cubicBezTo>
                  <a:lnTo>
                    <a:pt x="4488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65;p42">
              <a:extLst>
                <a:ext uri="{FF2B5EF4-FFF2-40B4-BE49-F238E27FC236}">
                  <a16:creationId xmlns:a16="http://schemas.microsoft.com/office/drawing/2014/main" id="{0A327481-3764-98A0-6ADB-027273D27D91}"/>
                </a:ext>
              </a:extLst>
            </p:cNvPr>
            <p:cNvSpPr/>
            <p:nvPr/>
          </p:nvSpPr>
          <p:spPr>
            <a:xfrm>
              <a:off x="6744552" y="2098038"/>
              <a:ext cx="156367" cy="233689"/>
            </a:xfrm>
            <a:custGeom>
              <a:avLst/>
              <a:gdLst/>
              <a:ahLst/>
              <a:cxnLst/>
              <a:rect l="l" t="t" r="r" b="b"/>
              <a:pathLst>
                <a:path w="728" h="1088" extrusionOk="0">
                  <a:moveTo>
                    <a:pt x="560" y="47"/>
                  </a:moveTo>
                  <a:cubicBezTo>
                    <a:pt x="626" y="47"/>
                    <a:pt x="682" y="97"/>
                    <a:pt x="682" y="168"/>
                  </a:cubicBezTo>
                  <a:lnTo>
                    <a:pt x="682" y="924"/>
                  </a:lnTo>
                  <a:cubicBezTo>
                    <a:pt x="682" y="989"/>
                    <a:pt x="626" y="1044"/>
                    <a:pt x="560" y="1044"/>
                  </a:cubicBezTo>
                  <a:lnTo>
                    <a:pt x="168" y="1044"/>
                  </a:lnTo>
                  <a:cubicBezTo>
                    <a:pt x="103" y="1044"/>
                    <a:pt x="47" y="989"/>
                    <a:pt x="47" y="924"/>
                  </a:cubicBezTo>
                  <a:lnTo>
                    <a:pt x="47" y="168"/>
                  </a:lnTo>
                  <a:cubicBezTo>
                    <a:pt x="47" y="97"/>
                    <a:pt x="103" y="47"/>
                    <a:pt x="168" y="47"/>
                  </a:cubicBezTo>
                  <a:close/>
                  <a:moveTo>
                    <a:pt x="168" y="0"/>
                  </a:moveTo>
                  <a:cubicBezTo>
                    <a:pt x="75" y="0"/>
                    <a:pt x="0" y="75"/>
                    <a:pt x="0" y="168"/>
                  </a:cubicBezTo>
                  <a:lnTo>
                    <a:pt x="0" y="924"/>
                  </a:lnTo>
                  <a:cubicBezTo>
                    <a:pt x="0" y="1017"/>
                    <a:pt x="75" y="1087"/>
                    <a:pt x="168" y="1087"/>
                  </a:cubicBezTo>
                  <a:lnTo>
                    <a:pt x="560" y="1087"/>
                  </a:lnTo>
                  <a:cubicBezTo>
                    <a:pt x="654" y="1087"/>
                    <a:pt x="728" y="1017"/>
                    <a:pt x="728" y="924"/>
                  </a:cubicBezTo>
                  <a:lnTo>
                    <a:pt x="728" y="168"/>
                  </a:lnTo>
                  <a:cubicBezTo>
                    <a:pt x="728" y="75"/>
                    <a:pt x="654" y="0"/>
                    <a:pt x="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66;p42">
              <a:extLst>
                <a:ext uri="{FF2B5EF4-FFF2-40B4-BE49-F238E27FC236}">
                  <a16:creationId xmlns:a16="http://schemas.microsoft.com/office/drawing/2014/main" id="{27596613-9063-966F-73CD-20C6D9E7DF27}"/>
                </a:ext>
              </a:extLst>
            </p:cNvPr>
            <p:cNvSpPr/>
            <p:nvPr/>
          </p:nvSpPr>
          <p:spPr>
            <a:xfrm>
              <a:off x="6455017" y="2027802"/>
              <a:ext cx="94508" cy="31144"/>
            </a:xfrm>
            <a:custGeom>
              <a:avLst/>
              <a:gdLst/>
              <a:ahLst/>
              <a:cxnLst/>
              <a:rect l="l" t="t" r="r" b="b"/>
              <a:pathLst>
                <a:path w="440" h="145" extrusionOk="0">
                  <a:moveTo>
                    <a:pt x="145" y="0"/>
                  </a:moveTo>
                  <a:cubicBezTo>
                    <a:pt x="89" y="47"/>
                    <a:pt x="43" y="99"/>
                    <a:pt x="1" y="140"/>
                  </a:cubicBezTo>
                  <a:lnTo>
                    <a:pt x="360" y="145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67;p42">
              <a:extLst>
                <a:ext uri="{FF2B5EF4-FFF2-40B4-BE49-F238E27FC236}">
                  <a16:creationId xmlns:a16="http://schemas.microsoft.com/office/drawing/2014/main" id="{21F92DD4-9767-0BD7-3901-48C8AB078727}"/>
                </a:ext>
              </a:extLst>
            </p:cNvPr>
            <p:cNvSpPr/>
            <p:nvPr/>
          </p:nvSpPr>
          <p:spPr>
            <a:xfrm>
              <a:off x="6544154" y="2027802"/>
              <a:ext cx="41454" cy="31144"/>
            </a:xfrm>
            <a:custGeom>
              <a:avLst/>
              <a:gdLst/>
              <a:ahLst/>
              <a:cxnLst/>
              <a:rect l="l" t="t" r="r" b="b"/>
              <a:pathLst>
                <a:path w="193" h="145" extrusionOk="0">
                  <a:moveTo>
                    <a:pt x="76" y="0"/>
                  </a:moveTo>
                  <a:lnTo>
                    <a:pt x="1" y="145"/>
                  </a:lnTo>
                  <a:lnTo>
                    <a:pt x="192" y="145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68;p42">
              <a:extLst>
                <a:ext uri="{FF2B5EF4-FFF2-40B4-BE49-F238E27FC236}">
                  <a16:creationId xmlns:a16="http://schemas.microsoft.com/office/drawing/2014/main" id="{6C8220D0-F5F0-DFD1-9DFE-E71D2B4131F2}"/>
                </a:ext>
              </a:extLst>
            </p:cNvPr>
            <p:cNvSpPr/>
            <p:nvPr/>
          </p:nvSpPr>
          <p:spPr>
            <a:xfrm>
              <a:off x="7735372" y="2477569"/>
              <a:ext cx="421848" cy="268914"/>
            </a:xfrm>
            <a:custGeom>
              <a:avLst/>
              <a:gdLst/>
              <a:ahLst/>
              <a:cxnLst/>
              <a:rect l="l" t="t" r="r" b="b"/>
              <a:pathLst>
                <a:path w="1964" h="1252" extrusionOk="0">
                  <a:moveTo>
                    <a:pt x="0" y="1"/>
                  </a:moveTo>
                  <a:lnTo>
                    <a:pt x="0" y="1251"/>
                  </a:lnTo>
                  <a:cubicBezTo>
                    <a:pt x="612" y="1172"/>
                    <a:pt x="1223" y="1092"/>
                    <a:pt x="1834" y="1017"/>
                  </a:cubicBezTo>
                  <a:cubicBezTo>
                    <a:pt x="1867" y="971"/>
                    <a:pt x="1959" y="831"/>
                    <a:pt x="1959" y="631"/>
                  </a:cubicBezTo>
                  <a:cubicBezTo>
                    <a:pt x="1964" y="425"/>
                    <a:pt x="1867" y="280"/>
                    <a:pt x="1834" y="239"/>
                  </a:cubicBezTo>
                  <a:cubicBezTo>
                    <a:pt x="1223" y="160"/>
                    <a:pt x="612" y="80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69;p42">
              <a:extLst>
                <a:ext uri="{FF2B5EF4-FFF2-40B4-BE49-F238E27FC236}">
                  <a16:creationId xmlns:a16="http://schemas.microsoft.com/office/drawing/2014/main" id="{8EFDC126-0E8C-E8EB-EE0E-7279D807D8C4}"/>
                </a:ext>
              </a:extLst>
            </p:cNvPr>
            <p:cNvSpPr/>
            <p:nvPr/>
          </p:nvSpPr>
          <p:spPr>
            <a:xfrm>
              <a:off x="8114045" y="1813443"/>
              <a:ext cx="1299479" cy="460075"/>
            </a:xfrm>
            <a:custGeom>
              <a:avLst/>
              <a:gdLst/>
              <a:ahLst/>
              <a:cxnLst/>
              <a:rect l="l" t="t" r="r" b="b"/>
              <a:pathLst>
                <a:path w="6050" h="2142" extrusionOk="0">
                  <a:moveTo>
                    <a:pt x="5742" y="1"/>
                  </a:moveTo>
                  <a:lnTo>
                    <a:pt x="4997" y="583"/>
                  </a:lnTo>
                  <a:cubicBezTo>
                    <a:pt x="3331" y="1101"/>
                    <a:pt x="1666" y="1624"/>
                    <a:pt x="1" y="2141"/>
                  </a:cubicBezTo>
                  <a:cubicBezTo>
                    <a:pt x="1013" y="2132"/>
                    <a:pt x="2024" y="2128"/>
                    <a:pt x="3042" y="2118"/>
                  </a:cubicBezTo>
                  <a:lnTo>
                    <a:pt x="5798" y="653"/>
                  </a:lnTo>
                  <a:lnTo>
                    <a:pt x="60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70;p42">
              <a:extLst>
                <a:ext uri="{FF2B5EF4-FFF2-40B4-BE49-F238E27FC236}">
                  <a16:creationId xmlns:a16="http://schemas.microsoft.com/office/drawing/2014/main" id="{86688C13-38E0-9EFE-C154-74301B186B04}"/>
                </a:ext>
              </a:extLst>
            </p:cNvPr>
            <p:cNvSpPr/>
            <p:nvPr/>
          </p:nvSpPr>
          <p:spPr>
            <a:xfrm>
              <a:off x="9040643" y="2281253"/>
              <a:ext cx="1032281" cy="308864"/>
            </a:xfrm>
            <a:custGeom>
              <a:avLst/>
              <a:gdLst/>
              <a:ahLst/>
              <a:cxnLst/>
              <a:rect l="l" t="t" r="r" b="b"/>
              <a:pathLst>
                <a:path w="4806" h="1438" extrusionOk="0">
                  <a:moveTo>
                    <a:pt x="1" y="0"/>
                  </a:moveTo>
                  <a:lnTo>
                    <a:pt x="1" y="1437"/>
                  </a:lnTo>
                  <a:lnTo>
                    <a:pt x="2837" y="1437"/>
                  </a:lnTo>
                  <a:cubicBezTo>
                    <a:pt x="3471" y="1437"/>
                    <a:pt x="4063" y="1119"/>
                    <a:pt x="4418" y="588"/>
                  </a:cubicBezTo>
                  <a:cubicBezTo>
                    <a:pt x="4545" y="392"/>
                    <a:pt x="4674" y="196"/>
                    <a:pt x="480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1"/>
          <p:cNvSpPr txBox="1">
            <a:spLocks noGrp="1"/>
          </p:cNvSpPr>
          <p:nvPr>
            <p:ph type="subTitle" idx="1"/>
          </p:nvPr>
        </p:nvSpPr>
        <p:spPr>
          <a:xfrm>
            <a:off x="70113" y="1002140"/>
            <a:ext cx="3850430" cy="1399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0" lvl="1" indent="0" algn="l"/>
            <a:r>
              <a:rPr lang="en-GB" sz="1600" b="1" dirty="0">
                <a:latin typeface="+mn-lt"/>
              </a:rPr>
              <a:t>Data Source:</a:t>
            </a:r>
            <a:r>
              <a:rPr lang="en-GB" sz="1600" dirty="0">
                <a:latin typeface="+mn-lt"/>
              </a:rPr>
              <a:t> National Transportation Safety Board (NTSB) Aviation Accident &amp; Incident Data (</a:t>
            </a:r>
            <a:r>
              <a:rPr lang="en-GB" sz="1600" i="1" dirty="0" err="1">
                <a:latin typeface="+mn-lt"/>
              </a:rPr>
              <a:t>Aviation_Data.csv</a:t>
            </a:r>
            <a:r>
              <a:rPr lang="en-GB" sz="1600" dirty="0">
                <a:latin typeface="+mn-lt"/>
              </a:rPr>
              <a:t>).</a:t>
            </a:r>
          </a:p>
          <a:p>
            <a:pPr marL="95250" lvl="1" indent="0" algn="l"/>
            <a:r>
              <a:rPr lang="en-GB" sz="1600" b="1" dirty="0">
                <a:latin typeface="+mn-lt"/>
              </a:rPr>
              <a:t>Dataset Size:</a:t>
            </a:r>
            <a:r>
              <a:rPr lang="en-GB" sz="1600" dirty="0">
                <a:latin typeface="+mn-lt"/>
              </a:rPr>
              <a:t> </a:t>
            </a:r>
            <a:r>
              <a:rPr lang="en-KE" sz="1600" dirty="0">
                <a:latin typeface="+mn-lt"/>
              </a:rPr>
              <a:t>24434 by 31 </a:t>
            </a:r>
            <a:r>
              <a:rPr lang="en-GB" sz="1600" dirty="0">
                <a:latin typeface="+mn-lt"/>
              </a:rPr>
              <a:t>incidents </a:t>
            </a:r>
            <a:r>
              <a:rPr lang="en-GB" sz="1600" dirty="0" err="1">
                <a:latin typeface="+mn-lt"/>
              </a:rPr>
              <a:t>analyzed</a:t>
            </a:r>
            <a:r>
              <a:rPr lang="en-GB" sz="1600" dirty="0">
                <a:latin typeface="+mn-lt"/>
              </a:rPr>
              <a:t>.</a:t>
            </a:r>
          </a:p>
        </p:txBody>
      </p:sp>
      <p:grpSp>
        <p:nvGrpSpPr>
          <p:cNvPr id="876" name="Google Shape;876;p41"/>
          <p:cNvGrpSpPr/>
          <p:nvPr/>
        </p:nvGrpSpPr>
        <p:grpSpPr>
          <a:xfrm>
            <a:off x="6723216" y="3860734"/>
            <a:ext cx="2316299" cy="662350"/>
            <a:chOff x="7034175" y="4285500"/>
            <a:chExt cx="180275" cy="51550"/>
          </a:xfrm>
        </p:grpSpPr>
        <p:sp>
          <p:nvSpPr>
            <p:cNvPr id="877" name="Google Shape;877;p41"/>
            <p:cNvSpPr/>
            <p:nvPr/>
          </p:nvSpPr>
          <p:spPr>
            <a:xfrm>
              <a:off x="7066000" y="4285500"/>
              <a:ext cx="46675" cy="51550"/>
            </a:xfrm>
            <a:custGeom>
              <a:avLst/>
              <a:gdLst/>
              <a:ahLst/>
              <a:cxnLst/>
              <a:rect l="l" t="t" r="r" b="b"/>
              <a:pathLst>
                <a:path w="1867" h="2062" extrusionOk="0">
                  <a:moveTo>
                    <a:pt x="934" y="1"/>
                  </a:moveTo>
                  <a:cubicBezTo>
                    <a:pt x="462" y="1"/>
                    <a:pt x="71" y="481"/>
                    <a:pt x="10" y="1101"/>
                  </a:cubicBezTo>
                  <a:cubicBezTo>
                    <a:pt x="5" y="1161"/>
                    <a:pt x="0" y="1222"/>
                    <a:pt x="0" y="1284"/>
                  </a:cubicBezTo>
                  <a:cubicBezTo>
                    <a:pt x="0" y="1577"/>
                    <a:pt x="71" y="1843"/>
                    <a:pt x="192" y="2061"/>
                  </a:cubicBezTo>
                  <a:lnTo>
                    <a:pt x="1675" y="2061"/>
                  </a:lnTo>
                  <a:cubicBezTo>
                    <a:pt x="1796" y="1843"/>
                    <a:pt x="1866" y="1577"/>
                    <a:pt x="1866" y="1284"/>
                  </a:cubicBezTo>
                  <a:cubicBezTo>
                    <a:pt x="1866" y="1194"/>
                    <a:pt x="1862" y="1106"/>
                    <a:pt x="1847" y="1022"/>
                  </a:cubicBezTo>
                  <a:cubicBezTo>
                    <a:pt x="1759" y="438"/>
                    <a:pt x="1386" y="1"/>
                    <a:pt x="9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1"/>
            <p:cNvSpPr/>
            <p:nvPr/>
          </p:nvSpPr>
          <p:spPr>
            <a:xfrm>
              <a:off x="7034175" y="4308325"/>
              <a:ext cx="47000" cy="28725"/>
            </a:xfrm>
            <a:custGeom>
              <a:avLst/>
              <a:gdLst/>
              <a:ahLst/>
              <a:cxnLst/>
              <a:rect l="l" t="t" r="r" b="b"/>
              <a:pathLst>
                <a:path w="1880" h="1149" extrusionOk="0">
                  <a:moveTo>
                    <a:pt x="783" y="0"/>
                  </a:moveTo>
                  <a:cubicBezTo>
                    <a:pt x="730" y="0"/>
                    <a:pt x="677" y="7"/>
                    <a:pt x="625" y="20"/>
                  </a:cubicBezTo>
                  <a:cubicBezTo>
                    <a:pt x="233" y="119"/>
                    <a:pt x="0" y="584"/>
                    <a:pt x="9" y="1148"/>
                  </a:cubicBezTo>
                  <a:lnTo>
                    <a:pt x="1880" y="1148"/>
                  </a:lnTo>
                  <a:cubicBezTo>
                    <a:pt x="1763" y="729"/>
                    <a:pt x="1540" y="388"/>
                    <a:pt x="1283" y="188"/>
                  </a:cubicBezTo>
                  <a:cubicBezTo>
                    <a:pt x="1123" y="67"/>
                    <a:pt x="952" y="0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1"/>
            <p:cNvSpPr/>
            <p:nvPr/>
          </p:nvSpPr>
          <p:spPr>
            <a:xfrm>
              <a:off x="7090475" y="4308375"/>
              <a:ext cx="52600" cy="28675"/>
            </a:xfrm>
            <a:custGeom>
              <a:avLst/>
              <a:gdLst/>
              <a:ahLst/>
              <a:cxnLst/>
              <a:rect l="l" t="t" r="r" b="b"/>
              <a:pathLst>
                <a:path w="2104" h="1147" extrusionOk="0">
                  <a:moveTo>
                    <a:pt x="1327" y="0"/>
                  </a:moveTo>
                  <a:cubicBezTo>
                    <a:pt x="1178" y="0"/>
                    <a:pt x="1021" y="37"/>
                    <a:pt x="868" y="107"/>
                  </a:cubicBezTo>
                  <a:cubicBezTo>
                    <a:pt x="659" y="201"/>
                    <a:pt x="458" y="358"/>
                    <a:pt x="295" y="569"/>
                  </a:cubicBezTo>
                  <a:cubicBezTo>
                    <a:pt x="151" y="750"/>
                    <a:pt x="52" y="951"/>
                    <a:pt x="1" y="1146"/>
                  </a:cubicBezTo>
                  <a:lnTo>
                    <a:pt x="2054" y="1146"/>
                  </a:lnTo>
                  <a:cubicBezTo>
                    <a:pt x="2091" y="993"/>
                    <a:pt x="2104" y="844"/>
                    <a:pt x="2091" y="709"/>
                  </a:cubicBezTo>
                  <a:cubicBezTo>
                    <a:pt x="2067" y="485"/>
                    <a:pt x="1970" y="289"/>
                    <a:pt x="1806" y="158"/>
                  </a:cubicBezTo>
                  <a:cubicBezTo>
                    <a:pt x="1669" y="52"/>
                    <a:pt x="1503" y="0"/>
                    <a:pt x="13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1"/>
            <p:cNvSpPr/>
            <p:nvPr/>
          </p:nvSpPr>
          <p:spPr>
            <a:xfrm>
              <a:off x="7125125" y="4325225"/>
              <a:ext cx="41425" cy="11825"/>
            </a:xfrm>
            <a:custGeom>
              <a:avLst/>
              <a:gdLst/>
              <a:ahLst/>
              <a:cxnLst/>
              <a:rect l="l" t="t" r="r" b="b"/>
              <a:pathLst>
                <a:path w="1657" h="473" extrusionOk="0">
                  <a:moveTo>
                    <a:pt x="957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05" y="244"/>
                    <a:pt x="0" y="472"/>
                  </a:cubicBezTo>
                  <a:lnTo>
                    <a:pt x="1656" y="472"/>
                  </a:lnTo>
                  <a:cubicBezTo>
                    <a:pt x="1609" y="347"/>
                    <a:pt x="1535" y="240"/>
                    <a:pt x="1428" y="156"/>
                  </a:cubicBezTo>
                  <a:cubicBezTo>
                    <a:pt x="1295" y="52"/>
                    <a:pt x="1131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1"/>
            <p:cNvSpPr/>
            <p:nvPr/>
          </p:nvSpPr>
          <p:spPr>
            <a:xfrm>
              <a:off x="7172925" y="4325225"/>
              <a:ext cx="41525" cy="11825"/>
            </a:xfrm>
            <a:custGeom>
              <a:avLst/>
              <a:gdLst/>
              <a:ahLst/>
              <a:cxnLst/>
              <a:rect l="l" t="t" r="r" b="b"/>
              <a:pathLst>
                <a:path w="1661" h="473" extrusionOk="0">
                  <a:moveTo>
                    <a:pt x="958" y="1"/>
                  </a:moveTo>
                  <a:cubicBezTo>
                    <a:pt x="875" y="1"/>
                    <a:pt x="790" y="12"/>
                    <a:pt x="705" y="35"/>
                  </a:cubicBezTo>
                  <a:cubicBezTo>
                    <a:pt x="457" y="95"/>
                    <a:pt x="211" y="244"/>
                    <a:pt x="0" y="472"/>
                  </a:cubicBezTo>
                  <a:lnTo>
                    <a:pt x="1661" y="472"/>
                  </a:lnTo>
                  <a:cubicBezTo>
                    <a:pt x="1615" y="347"/>
                    <a:pt x="1535" y="240"/>
                    <a:pt x="1432" y="156"/>
                  </a:cubicBezTo>
                  <a:cubicBezTo>
                    <a:pt x="1296" y="52"/>
                    <a:pt x="1132" y="1"/>
                    <a:pt x="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882;p41"/>
          <p:cNvGrpSpPr/>
          <p:nvPr/>
        </p:nvGrpSpPr>
        <p:grpSpPr>
          <a:xfrm>
            <a:off x="-31777" y="-699217"/>
            <a:ext cx="1701345" cy="662368"/>
            <a:chOff x="5860838" y="1725109"/>
            <a:chExt cx="1363694" cy="530914"/>
          </a:xfrm>
        </p:grpSpPr>
        <p:sp>
          <p:nvSpPr>
            <p:cNvPr id="883" name="Google Shape;883;p41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1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1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887;p41"/>
          <p:cNvGrpSpPr/>
          <p:nvPr/>
        </p:nvGrpSpPr>
        <p:grpSpPr>
          <a:xfrm rot="-270488">
            <a:off x="5781350" y="-1395545"/>
            <a:ext cx="5449247" cy="1964684"/>
            <a:chOff x="471496" y="1413104"/>
            <a:chExt cx="5449281" cy="1964696"/>
          </a:xfrm>
        </p:grpSpPr>
        <p:grpSp>
          <p:nvGrpSpPr>
            <p:cNvPr id="888" name="Google Shape;888;p41"/>
            <p:cNvGrpSpPr/>
            <p:nvPr/>
          </p:nvGrpSpPr>
          <p:grpSpPr>
            <a:xfrm>
              <a:off x="4277100" y="2988000"/>
              <a:ext cx="374700" cy="389800"/>
              <a:chOff x="4277100" y="2988000"/>
              <a:chExt cx="374700" cy="389800"/>
            </a:xfrm>
          </p:grpSpPr>
          <p:sp>
            <p:nvSpPr>
              <p:cNvPr id="889" name="Google Shape;889;p41"/>
              <p:cNvSpPr/>
              <p:nvPr/>
            </p:nvSpPr>
            <p:spPr>
              <a:xfrm>
                <a:off x="4370100" y="3189100"/>
                <a:ext cx="188700" cy="188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4432800" y="2988000"/>
                <a:ext cx="63300" cy="248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 rot="10800000">
                <a:off x="4277100" y="3023550"/>
                <a:ext cx="374700" cy="56700"/>
              </a:xfrm>
              <a:prstGeom prst="trapezoid">
                <a:avLst>
                  <a:gd name="adj" fmla="val 12292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2" name="Google Shape;892;p41"/>
            <p:cNvGrpSpPr/>
            <p:nvPr/>
          </p:nvGrpSpPr>
          <p:grpSpPr>
            <a:xfrm>
              <a:off x="2231100" y="2988000"/>
              <a:ext cx="374700" cy="389800"/>
              <a:chOff x="4277100" y="2988000"/>
              <a:chExt cx="374700" cy="389800"/>
            </a:xfrm>
          </p:grpSpPr>
          <p:sp>
            <p:nvSpPr>
              <p:cNvPr id="893" name="Google Shape;893;p41"/>
              <p:cNvSpPr/>
              <p:nvPr/>
            </p:nvSpPr>
            <p:spPr>
              <a:xfrm>
                <a:off x="4370100" y="3189100"/>
                <a:ext cx="188700" cy="188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41"/>
              <p:cNvSpPr/>
              <p:nvPr/>
            </p:nvSpPr>
            <p:spPr>
              <a:xfrm>
                <a:off x="4432800" y="2988000"/>
                <a:ext cx="63300" cy="248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 rot="10800000">
                <a:off x="4277100" y="3023550"/>
                <a:ext cx="374700" cy="56700"/>
              </a:xfrm>
              <a:prstGeom prst="trapezoid">
                <a:avLst>
                  <a:gd name="adj" fmla="val 12292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6" name="Google Shape;896;p41"/>
            <p:cNvGrpSpPr/>
            <p:nvPr/>
          </p:nvGrpSpPr>
          <p:grpSpPr>
            <a:xfrm>
              <a:off x="2452825" y="2988000"/>
              <a:ext cx="374700" cy="389800"/>
              <a:chOff x="4277100" y="2988000"/>
              <a:chExt cx="374700" cy="389800"/>
            </a:xfrm>
          </p:grpSpPr>
          <p:sp>
            <p:nvSpPr>
              <p:cNvPr id="897" name="Google Shape;897;p41"/>
              <p:cNvSpPr/>
              <p:nvPr/>
            </p:nvSpPr>
            <p:spPr>
              <a:xfrm>
                <a:off x="4370100" y="3189100"/>
                <a:ext cx="188700" cy="188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41"/>
              <p:cNvSpPr/>
              <p:nvPr/>
            </p:nvSpPr>
            <p:spPr>
              <a:xfrm>
                <a:off x="4432800" y="2988000"/>
                <a:ext cx="63300" cy="248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1"/>
              <p:cNvSpPr/>
              <p:nvPr/>
            </p:nvSpPr>
            <p:spPr>
              <a:xfrm rot="10800000">
                <a:off x="4277100" y="3023550"/>
                <a:ext cx="374700" cy="56700"/>
              </a:xfrm>
              <a:prstGeom prst="trapezoid">
                <a:avLst>
                  <a:gd name="adj" fmla="val 122928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0" name="Google Shape;900;p41"/>
            <p:cNvGrpSpPr/>
            <p:nvPr/>
          </p:nvGrpSpPr>
          <p:grpSpPr>
            <a:xfrm>
              <a:off x="1336616" y="2201763"/>
              <a:ext cx="3327246" cy="821776"/>
              <a:chOff x="1336616" y="2201763"/>
              <a:chExt cx="3327246" cy="821776"/>
            </a:xfrm>
          </p:grpSpPr>
          <p:sp>
            <p:nvSpPr>
              <p:cNvPr id="901" name="Google Shape;901;p41"/>
              <p:cNvSpPr/>
              <p:nvPr/>
            </p:nvSpPr>
            <p:spPr>
              <a:xfrm flipH="1">
                <a:off x="1336616" y="2201763"/>
                <a:ext cx="3327246" cy="821774"/>
              </a:xfrm>
              <a:custGeom>
                <a:avLst/>
                <a:gdLst/>
                <a:ahLst/>
                <a:cxnLst/>
                <a:rect l="l" t="t" r="r" b="b"/>
                <a:pathLst>
                  <a:path w="12357" h="3052" extrusionOk="0">
                    <a:moveTo>
                      <a:pt x="1" y="1"/>
                    </a:moveTo>
                    <a:lnTo>
                      <a:pt x="1" y="3051"/>
                    </a:lnTo>
                    <a:lnTo>
                      <a:pt x="6657" y="3051"/>
                    </a:lnTo>
                    <a:lnTo>
                      <a:pt x="6657" y="1614"/>
                    </a:lnTo>
                    <a:lnTo>
                      <a:pt x="11461" y="1614"/>
                    </a:lnTo>
                    <a:cubicBezTo>
                      <a:pt x="11718" y="1228"/>
                      <a:pt x="11970" y="845"/>
                      <a:pt x="12226" y="458"/>
                    </a:cubicBezTo>
                    <a:cubicBezTo>
                      <a:pt x="12357" y="262"/>
                      <a:pt x="12217" y="1"/>
                      <a:pt x="119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1"/>
              <p:cNvSpPr/>
              <p:nvPr/>
            </p:nvSpPr>
            <p:spPr>
              <a:xfrm flipH="1">
                <a:off x="1577610" y="2636347"/>
                <a:ext cx="1294064" cy="387192"/>
              </a:xfrm>
              <a:custGeom>
                <a:avLst/>
                <a:gdLst/>
                <a:ahLst/>
                <a:cxnLst/>
                <a:rect l="l" t="t" r="r" b="b"/>
                <a:pathLst>
                  <a:path w="4806" h="1438" extrusionOk="0">
                    <a:moveTo>
                      <a:pt x="1" y="0"/>
                    </a:moveTo>
                    <a:lnTo>
                      <a:pt x="1" y="1437"/>
                    </a:lnTo>
                    <a:lnTo>
                      <a:pt x="2837" y="1437"/>
                    </a:lnTo>
                    <a:cubicBezTo>
                      <a:pt x="3471" y="1437"/>
                      <a:pt x="4063" y="1119"/>
                      <a:pt x="4418" y="588"/>
                    </a:cubicBezTo>
                    <a:cubicBezTo>
                      <a:pt x="4545" y="392"/>
                      <a:pt x="4674" y="196"/>
                      <a:pt x="48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3" name="Google Shape;903;p41"/>
            <p:cNvSpPr/>
            <p:nvPr/>
          </p:nvSpPr>
          <p:spPr>
            <a:xfrm flipH="1">
              <a:off x="1177631" y="1413104"/>
              <a:ext cx="990338" cy="788924"/>
            </a:xfrm>
            <a:custGeom>
              <a:avLst/>
              <a:gdLst/>
              <a:ahLst/>
              <a:cxnLst/>
              <a:rect l="l" t="t" r="r" b="b"/>
              <a:pathLst>
                <a:path w="3678" h="2930" extrusionOk="0">
                  <a:moveTo>
                    <a:pt x="2692" y="0"/>
                  </a:moveTo>
                  <a:lnTo>
                    <a:pt x="705" y="2584"/>
                  </a:lnTo>
                  <a:lnTo>
                    <a:pt x="1" y="2930"/>
                  </a:lnTo>
                  <a:lnTo>
                    <a:pt x="3019" y="2930"/>
                  </a:lnTo>
                  <a:lnTo>
                    <a:pt x="36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1"/>
            <p:cNvSpPr/>
            <p:nvPr/>
          </p:nvSpPr>
          <p:spPr>
            <a:xfrm flipH="1">
              <a:off x="3268022" y="2485562"/>
              <a:ext cx="90741" cy="131128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2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2" y="0"/>
                    <a:pt x="169" y="0"/>
                  </a:cubicBezTo>
                  <a:lnTo>
                    <a:pt x="169" y="0"/>
                  </a:lnTo>
                  <a:cubicBezTo>
                    <a:pt x="75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5" y="486"/>
                    <a:pt x="169" y="486"/>
                  </a:cubicBezTo>
                  <a:close/>
                </a:path>
              </a:pathLst>
            </a:custGeom>
            <a:solidFill>
              <a:schemeClr val="accent2"/>
            </a:solidFill>
            <a:ln w="1275" cap="flat" cmpd="sng">
              <a:solidFill>
                <a:srgbClr val="1B1464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1"/>
            <p:cNvSpPr/>
            <p:nvPr/>
          </p:nvSpPr>
          <p:spPr>
            <a:xfrm flipH="1">
              <a:off x="3088696" y="2485562"/>
              <a:ext cx="90741" cy="131128"/>
            </a:xfrm>
            <a:custGeom>
              <a:avLst/>
              <a:gdLst/>
              <a:ahLst/>
              <a:cxnLst/>
              <a:rect l="l" t="t" r="r" b="b"/>
              <a:pathLst>
                <a:path w="337" h="487" fill="none" extrusionOk="0">
                  <a:moveTo>
                    <a:pt x="169" y="486"/>
                  </a:moveTo>
                  <a:lnTo>
                    <a:pt x="169" y="486"/>
                  </a:lnTo>
                  <a:cubicBezTo>
                    <a:pt x="263" y="486"/>
                    <a:pt x="337" y="411"/>
                    <a:pt x="337" y="318"/>
                  </a:cubicBezTo>
                  <a:lnTo>
                    <a:pt x="337" y="174"/>
                  </a:lnTo>
                  <a:cubicBezTo>
                    <a:pt x="337" y="75"/>
                    <a:pt x="263" y="0"/>
                    <a:pt x="169" y="0"/>
                  </a:cubicBezTo>
                  <a:lnTo>
                    <a:pt x="169" y="0"/>
                  </a:lnTo>
                  <a:cubicBezTo>
                    <a:pt x="76" y="0"/>
                    <a:pt x="1" y="75"/>
                    <a:pt x="1" y="174"/>
                  </a:cubicBezTo>
                  <a:lnTo>
                    <a:pt x="1" y="318"/>
                  </a:lnTo>
                  <a:cubicBezTo>
                    <a:pt x="1" y="411"/>
                    <a:pt x="76" y="486"/>
                    <a:pt x="169" y="486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1"/>
            <p:cNvSpPr/>
            <p:nvPr/>
          </p:nvSpPr>
          <p:spPr>
            <a:xfrm flipH="1">
              <a:off x="4468918" y="2480716"/>
              <a:ext cx="100434" cy="140822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43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7" y="444"/>
                    <a:pt x="37" y="388"/>
                  </a:cubicBezTo>
                  <a:lnTo>
                    <a:pt x="37" y="136"/>
                  </a:lnTo>
                  <a:cubicBezTo>
                    <a:pt x="37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1"/>
            <p:cNvSpPr/>
            <p:nvPr/>
          </p:nvSpPr>
          <p:spPr>
            <a:xfrm flipH="1">
              <a:off x="4297938" y="2480716"/>
              <a:ext cx="102050" cy="140822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2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1"/>
            <p:cNvSpPr/>
            <p:nvPr/>
          </p:nvSpPr>
          <p:spPr>
            <a:xfrm flipH="1">
              <a:off x="4110803" y="2480716"/>
              <a:ext cx="102050" cy="140822"/>
            </a:xfrm>
            <a:custGeom>
              <a:avLst/>
              <a:gdLst/>
              <a:ahLst/>
              <a:cxnLst/>
              <a:rect l="l" t="t" r="r" b="b"/>
              <a:pathLst>
                <a:path w="379" h="523" extrusionOk="0">
                  <a:moveTo>
                    <a:pt x="243" y="37"/>
                  </a:moveTo>
                  <a:cubicBezTo>
                    <a:pt x="299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9" y="485"/>
                    <a:pt x="243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43" y="522"/>
                  </a:lnTo>
                  <a:cubicBezTo>
                    <a:pt x="318" y="522"/>
                    <a:pt x="379" y="462"/>
                    <a:pt x="379" y="388"/>
                  </a:cubicBezTo>
                  <a:lnTo>
                    <a:pt x="379" y="136"/>
                  </a:lnTo>
                  <a:cubicBezTo>
                    <a:pt x="379" y="61"/>
                    <a:pt x="318" y="0"/>
                    <a:pt x="2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1"/>
            <p:cNvSpPr/>
            <p:nvPr/>
          </p:nvSpPr>
          <p:spPr>
            <a:xfrm flipH="1">
              <a:off x="3941439" y="2480716"/>
              <a:ext cx="101780" cy="140822"/>
            </a:xfrm>
            <a:custGeom>
              <a:avLst/>
              <a:gdLst/>
              <a:ahLst/>
              <a:cxnLst/>
              <a:rect l="l" t="t" r="r" b="b"/>
              <a:pathLst>
                <a:path w="378" h="523" extrusionOk="0">
                  <a:moveTo>
                    <a:pt x="242" y="37"/>
                  </a:moveTo>
                  <a:cubicBezTo>
                    <a:pt x="298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8" y="485"/>
                    <a:pt x="242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2" y="522"/>
                  </a:lnTo>
                  <a:cubicBezTo>
                    <a:pt x="317" y="522"/>
                    <a:pt x="378" y="462"/>
                    <a:pt x="378" y="388"/>
                  </a:cubicBezTo>
                  <a:lnTo>
                    <a:pt x="378" y="136"/>
                  </a:lnTo>
                  <a:cubicBezTo>
                    <a:pt x="378" y="61"/>
                    <a:pt x="317" y="0"/>
                    <a:pt x="2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1"/>
            <p:cNvSpPr/>
            <p:nvPr/>
          </p:nvSpPr>
          <p:spPr>
            <a:xfrm flipH="1">
              <a:off x="3771537" y="2480716"/>
              <a:ext cx="100972" cy="140822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36" y="80"/>
                    <a:pt x="336" y="136"/>
                  </a:cubicBezTo>
                  <a:lnTo>
                    <a:pt x="336" y="388"/>
                  </a:lnTo>
                  <a:cubicBezTo>
                    <a:pt x="336" y="444"/>
                    <a:pt x="295" y="485"/>
                    <a:pt x="239" y="485"/>
                  </a:cubicBezTo>
                  <a:lnTo>
                    <a:pt x="131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56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56" y="522"/>
                    <a:pt x="131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1"/>
            <p:cNvSpPr/>
            <p:nvPr/>
          </p:nvSpPr>
          <p:spPr>
            <a:xfrm flipH="1">
              <a:off x="3602173" y="2480716"/>
              <a:ext cx="100703" cy="140822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8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38" y="485"/>
                  </a:cubicBezTo>
                  <a:lnTo>
                    <a:pt x="131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1" y="37"/>
                  </a:cubicBezTo>
                  <a:close/>
                  <a:moveTo>
                    <a:pt x="131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1" y="522"/>
                  </a:cubicBezTo>
                  <a:lnTo>
                    <a:pt x="238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1"/>
            <p:cNvSpPr/>
            <p:nvPr/>
          </p:nvSpPr>
          <p:spPr>
            <a:xfrm flipH="1">
              <a:off x="3432539" y="2480716"/>
              <a:ext cx="100972" cy="140822"/>
            </a:xfrm>
            <a:custGeom>
              <a:avLst/>
              <a:gdLst/>
              <a:ahLst/>
              <a:cxnLst/>
              <a:rect l="l" t="t" r="r" b="b"/>
              <a:pathLst>
                <a:path w="375" h="523" extrusionOk="0">
                  <a:moveTo>
                    <a:pt x="239" y="37"/>
                  </a:moveTo>
                  <a:cubicBezTo>
                    <a:pt x="295" y="37"/>
                    <a:pt x="342" y="80"/>
                    <a:pt x="342" y="136"/>
                  </a:cubicBezTo>
                  <a:lnTo>
                    <a:pt x="342" y="388"/>
                  </a:lnTo>
                  <a:cubicBezTo>
                    <a:pt x="342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4" y="444"/>
                    <a:pt x="34" y="388"/>
                  </a:cubicBezTo>
                  <a:lnTo>
                    <a:pt x="34" y="136"/>
                  </a:lnTo>
                  <a:cubicBezTo>
                    <a:pt x="34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2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2" y="522"/>
                    <a:pt x="136" y="522"/>
                  </a:cubicBezTo>
                  <a:lnTo>
                    <a:pt x="239" y="522"/>
                  </a:lnTo>
                  <a:cubicBezTo>
                    <a:pt x="314" y="522"/>
                    <a:pt x="374" y="462"/>
                    <a:pt x="374" y="388"/>
                  </a:cubicBezTo>
                  <a:lnTo>
                    <a:pt x="374" y="136"/>
                  </a:lnTo>
                  <a:cubicBezTo>
                    <a:pt x="374" y="61"/>
                    <a:pt x="314" y="0"/>
                    <a:pt x="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 flipH="1">
              <a:off x="2896445" y="2480716"/>
              <a:ext cx="100434" cy="140822"/>
            </a:xfrm>
            <a:custGeom>
              <a:avLst/>
              <a:gdLst/>
              <a:ahLst/>
              <a:cxnLst/>
              <a:rect l="l" t="t" r="r" b="b"/>
              <a:pathLst>
                <a:path w="373" h="523" extrusionOk="0">
                  <a:moveTo>
                    <a:pt x="237" y="37"/>
                  </a:moveTo>
                  <a:cubicBezTo>
                    <a:pt x="293" y="37"/>
                    <a:pt x="340" y="80"/>
                    <a:pt x="340" y="136"/>
                  </a:cubicBezTo>
                  <a:lnTo>
                    <a:pt x="340" y="388"/>
                  </a:lnTo>
                  <a:cubicBezTo>
                    <a:pt x="340" y="444"/>
                    <a:pt x="293" y="485"/>
                    <a:pt x="237" y="485"/>
                  </a:cubicBezTo>
                  <a:lnTo>
                    <a:pt x="130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0" y="37"/>
                  </a:cubicBezTo>
                  <a:close/>
                  <a:moveTo>
                    <a:pt x="130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0" y="522"/>
                  </a:cubicBezTo>
                  <a:lnTo>
                    <a:pt x="237" y="522"/>
                  </a:lnTo>
                  <a:cubicBezTo>
                    <a:pt x="312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2" y="0"/>
                    <a:pt x="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 flipH="1">
              <a:off x="2726811" y="2480716"/>
              <a:ext cx="100703" cy="140822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39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39" y="485"/>
                  </a:cubicBezTo>
                  <a:lnTo>
                    <a:pt x="136" y="485"/>
                  </a:lnTo>
                  <a:cubicBezTo>
                    <a:pt x="80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6" y="522"/>
                  </a:cubicBezTo>
                  <a:lnTo>
                    <a:pt x="239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1"/>
            <p:cNvSpPr/>
            <p:nvPr/>
          </p:nvSpPr>
          <p:spPr>
            <a:xfrm flipH="1">
              <a:off x="2557178" y="2480716"/>
              <a:ext cx="100703" cy="140822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2" y="37"/>
                  </a:moveTo>
                  <a:cubicBezTo>
                    <a:pt x="294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4" y="485"/>
                    <a:pt x="242" y="485"/>
                  </a:cubicBezTo>
                  <a:lnTo>
                    <a:pt x="135" y="485"/>
                  </a:lnTo>
                  <a:cubicBezTo>
                    <a:pt x="79" y="485"/>
                    <a:pt x="33" y="444"/>
                    <a:pt x="33" y="388"/>
                  </a:cubicBezTo>
                  <a:lnTo>
                    <a:pt x="33" y="136"/>
                  </a:lnTo>
                  <a:cubicBezTo>
                    <a:pt x="33" y="80"/>
                    <a:pt x="79" y="37"/>
                    <a:pt x="135" y="37"/>
                  </a:cubicBezTo>
                  <a:close/>
                  <a:moveTo>
                    <a:pt x="135" y="0"/>
                  </a:moveTo>
                  <a:cubicBezTo>
                    <a:pt x="61" y="0"/>
                    <a:pt x="0" y="61"/>
                    <a:pt x="0" y="136"/>
                  </a:cubicBezTo>
                  <a:lnTo>
                    <a:pt x="0" y="388"/>
                  </a:lnTo>
                  <a:cubicBezTo>
                    <a:pt x="0" y="462"/>
                    <a:pt x="61" y="522"/>
                    <a:pt x="135" y="522"/>
                  </a:cubicBezTo>
                  <a:lnTo>
                    <a:pt x="242" y="522"/>
                  </a:lnTo>
                  <a:cubicBezTo>
                    <a:pt x="313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3" y="0"/>
                    <a:pt x="2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1"/>
            <p:cNvSpPr/>
            <p:nvPr/>
          </p:nvSpPr>
          <p:spPr>
            <a:xfrm flipH="1">
              <a:off x="2387814" y="2480716"/>
              <a:ext cx="100703" cy="140822"/>
            </a:xfrm>
            <a:custGeom>
              <a:avLst/>
              <a:gdLst/>
              <a:ahLst/>
              <a:cxnLst/>
              <a:rect l="l" t="t" r="r" b="b"/>
              <a:pathLst>
                <a:path w="374" h="523" extrusionOk="0">
                  <a:moveTo>
                    <a:pt x="244" y="37"/>
                  </a:moveTo>
                  <a:cubicBezTo>
                    <a:pt x="295" y="37"/>
                    <a:pt x="341" y="80"/>
                    <a:pt x="341" y="136"/>
                  </a:cubicBezTo>
                  <a:lnTo>
                    <a:pt x="341" y="388"/>
                  </a:lnTo>
                  <a:cubicBezTo>
                    <a:pt x="341" y="444"/>
                    <a:pt x="295" y="485"/>
                    <a:pt x="244" y="485"/>
                  </a:cubicBezTo>
                  <a:lnTo>
                    <a:pt x="136" y="485"/>
                  </a:lnTo>
                  <a:cubicBezTo>
                    <a:pt x="80" y="485"/>
                    <a:pt x="38" y="444"/>
                    <a:pt x="38" y="388"/>
                  </a:cubicBezTo>
                  <a:lnTo>
                    <a:pt x="38" y="136"/>
                  </a:lnTo>
                  <a:cubicBezTo>
                    <a:pt x="38" y="80"/>
                    <a:pt x="80" y="37"/>
                    <a:pt x="136" y="37"/>
                  </a:cubicBezTo>
                  <a:close/>
                  <a:moveTo>
                    <a:pt x="136" y="0"/>
                  </a:moveTo>
                  <a:cubicBezTo>
                    <a:pt x="61" y="0"/>
                    <a:pt x="1" y="61"/>
                    <a:pt x="1" y="136"/>
                  </a:cubicBezTo>
                  <a:lnTo>
                    <a:pt x="1" y="388"/>
                  </a:lnTo>
                  <a:cubicBezTo>
                    <a:pt x="1" y="462"/>
                    <a:pt x="61" y="522"/>
                    <a:pt x="136" y="522"/>
                  </a:cubicBezTo>
                  <a:lnTo>
                    <a:pt x="244" y="522"/>
                  </a:lnTo>
                  <a:cubicBezTo>
                    <a:pt x="317" y="522"/>
                    <a:pt x="373" y="462"/>
                    <a:pt x="373" y="388"/>
                  </a:cubicBezTo>
                  <a:lnTo>
                    <a:pt x="373" y="136"/>
                  </a:lnTo>
                  <a:cubicBezTo>
                    <a:pt x="373" y="61"/>
                    <a:pt x="317" y="0"/>
                    <a:pt x="2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1"/>
            <p:cNvSpPr/>
            <p:nvPr/>
          </p:nvSpPr>
          <p:spPr>
            <a:xfrm flipH="1">
              <a:off x="471496" y="1946551"/>
              <a:ext cx="1759604" cy="479375"/>
            </a:xfrm>
            <a:custGeom>
              <a:avLst/>
              <a:gdLst/>
              <a:ahLst/>
              <a:cxnLst/>
              <a:rect l="l" t="t" r="r" b="b"/>
              <a:pathLst>
                <a:path w="4703" h="901" extrusionOk="0">
                  <a:moveTo>
                    <a:pt x="3425" y="0"/>
                  </a:moveTo>
                  <a:lnTo>
                    <a:pt x="1" y="825"/>
                  </a:lnTo>
                  <a:lnTo>
                    <a:pt x="2076" y="900"/>
                  </a:lnTo>
                  <a:lnTo>
                    <a:pt x="4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8" name="Google Shape;918;p41"/>
            <p:cNvGrpSpPr/>
            <p:nvPr/>
          </p:nvGrpSpPr>
          <p:grpSpPr>
            <a:xfrm>
              <a:off x="4651795" y="2202257"/>
              <a:ext cx="1268982" cy="821742"/>
              <a:chOff x="5346968" y="2208226"/>
              <a:chExt cx="1208439" cy="782462"/>
            </a:xfrm>
          </p:grpSpPr>
          <p:sp>
            <p:nvSpPr>
              <p:cNvPr id="919" name="Google Shape;919;p41"/>
              <p:cNvSpPr/>
              <p:nvPr/>
            </p:nvSpPr>
            <p:spPr>
              <a:xfrm flipH="1">
                <a:off x="5346968" y="2208226"/>
                <a:ext cx="1208439" cy="782462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2906" extrusionOk="0">
                    <a:moveTo>
                      <a:pt x="4488" y="0"/>
                    </a:moveTo>
                    <a:cubicBezTo>
                      <a:pt x="4006" y="5"/>
                      <a:pt x="3526" y="5"/>
                      <a:pt x="3050" y="9"/>
                    </a:cubicBezTo>
                    <a:cubicBezTo>
                      <a:pt x="2878" y="23"/>
                      <a:pt x="2561" y="79"/>
                      <a:pt x="2253" y="275"/>
                    </a:cubicBezTo>
                    <a:cubicBezTo>
                      <a:pt x="2183" y="317"/>
                      <a:pt x="2122" y="364"/>
                      <a:pt x="2071" y="410"/>
                    </a:cubicBezTo>
                    <a:cubicBezTo>
                      <a:pt x="2015" y="457"/>
                      <a:pt x="1969" y="509"/>
                      <a:pt x="1927" y="550"/>
                    </a:cubicBezTo>
                    <a:cubicBezTo>
                      <a:pt x="1666" y="630"/>
                      <a:pt x="1269" y="770"/>
                      <a:pt x="831" y="1002"/>
                    </a:cubicBezTo>
                    <a:cubicBezTo>
                      <a:pt x="331" y="1264"/>
                      <a:pt x="5" y="1437"/>
                      <a:pt x="5" y="1656"/>
                    </a:cubicBezTo>
                    <a:cubicBezTo>
                      <a:pt x="0" y="1931"/>
                      <a:pt x="514" y="2216"/>
                      <a:pt x="1227" y="2360"/>
                    </a:cubicBezTo>
                    <a:cubicBezTo>
                      <a:pt x="1791" y="2496"/>
                      <a:pt x="2398" y="2621"/>
                      <a:pt x="3050" y="2724"/>
                    </a:cubicBezTo>
                    <a:cubicBezTo>
                      <a:pt x="3545" y="2804"/>
                      <a:pt x="4025" y="2864"/>
                      <a:pt x="4488" y="2905"/>
                    </a:cubicBezTo>
                    <a:lnTo>
                      <a:pt x="448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 flipH="1">
                <a:off x="5477832" y="2406669"/>
                <a:ext cx="196021" cy="292952"/>
              </a:xfrm>
              <a:custGeom>
                <a:avLst/>
                <a:gdLst/>
                <a:ahLst/>
                <a:cxnLst/>
                <a:rect l="l" t="t" r="r" b="b"/>
                <a:pathLst>
                  <a:path w="728" h="1088" extrusionOk="0">
                    <a:moveTo>
                      <a:pt x="560" y="47"/>
                    </a:moveTo>
                    <a:cubicBezTo>
                      <a:pt x="626" y="47"/>
                      <a:pt x="682" y="97"/>
                      <a:pt x="682" y="168"/>
                    </a:cubicBezTo>
                    <a:lnTo>
                      <a:pt x="682" y="924"/>
                    </a:lnTo>
                    <a:cubicBezTo>
                      <a:pt x="682" y="989"/>
                      <a:pt x="626" y="1044"/>
                      <a:pt x="560" y="1044"/>
                    </a:cubicBezTo>
                    <a:lnTo>
                      <a:pt x="168" y="1044"/>
                    </a:lnTo>
                    <a:cubicBezTo>
                      <a:pt x="103" y="1044"/>
                      <a:pt x="47" y="989"/>
                      <a:pt x="47" y="924"/>
                    </a:cubicBezTo>
                    <a:lnTo>
                      <a:pt x="47" y="168"/>
                    </a:lnTo>
                    <a:cubicBezTo>
                      <a:pt x="47" y="97"/>
                      <a:pt x="103" y="47"/>
                      <a:pt x="168" y="47"/>
                    </a:cubicBezTo>
                    <a:close/>
                    <a:moveTo>
                      <a:pt x="168" y="0"/>
                    </a:moveTo>
                    <a:cubicBezTo>
                      <a:pt x="75" y="0"/>
                      <a:pt x="0" y="75"/>
                      <a:pt x="0" y="168"/>
                    </a:cubicBezTo>
                    <a:lnTo>
                      <a:pt x="0" y="924"/>
                    </a:lnTo>
                    <a:cubicBezTo>
                      <a:pt x="0" y="1017"/>
                      <a:pt x="75" y="1087"/>
                      <a:pt x="168" y="1087"/>
                    </a:cubicBezTo>
                    <a:lnTo>
                      <a:pt x="560" y="1087"/>
                    </a:lnTo>
                    <a:cubicBezTo>
                      <a:pt x="654" y="1087"/>
                      <a:pt x="728" y="1017"/>
                      <a:pt x="728" y="924"/>
                    </a:cubicBezTo>
                    <a:lnTo>
                      <a:pt x="728" y="168"/>
                    </a:lnTo>
                    <a:cubicBezTo>
                      <a:pt x="728" y="75"/>
                      <a:pt x="654" y="0"/>
                      <a:pt x="5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 flipH="1">
                <a:off x="5918340" y="2318622"/>
                <a:ext cx="118474" cy="39042"/>
              </a:xfrm>
              <a:custGeom>
                <a:avLst/>
                <a:gdLst/>
                <a:ahLst/>
                <a:cxnLst/>
                <a:rect l="l" t="t" r="r" b="b"/>
                <a:pathLst>
                  <a:path w="440" h="145" extrusionOk="0">
                    <a:moveTo>
                      <a:pt x="145" y="0"/>
                    </a:moveTo>
                    <a:cubicBezTo>
                      <a:pt x="89" y="47"/>
                      <a:pt x="43" y="99"/>
                      <a:pt x="1" y="140"/>
                    </a:cubicBezTo>
                    <a:lnTo>
                      <a:pt x="360" y="145"/>
                    </a:lnTo>
                    <a:lnTo>
                      <a:pt x="43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 flipH="1">
                <a:off x="5873104" y="2318622"/>
                <a:ext cx="51967" cy="39042"/>
              </a:xfrm>
              <a:custGeom>
                <a:avLst/>
                <a:gdLst/>
                <a:ahLst/>
                <a:cxnLst/>
                <a:rect l="l" t="t" r="r" b="b"/>
                <a:pathLst>
                  <a:path w="193" h="145" extrusionOk="0">
                    <a:moveTo>
                      <a:pt x="76" y="0"/>
                    </a:moveTo>
                    <a:lnTo>
                      <a:pt x="1" y="145"/>
                    </a:lnTo>
                    <a:lnTo>
                      <a:pt x="192" y="145"/>
                    </a:lnTo>
                    <a:lnTo>
                      <a:pt x="19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3" name="Google Shape;923;p41"/>
            <p:cNvSpPr/>
            <p:nvPr/>
          </p:nvSpPr>
          <p:spPr>
            <a:xfrm flipH="1">
              <a:off x="2002755" y="1636951"/>
              <a:ext cx="2210095" cy="1092077"/>
            </a:xfrm>
            <a:custGeom>
              <a:avLst/>
              <a:gdLst/>
              <a:ahLst/>
              <a:cxnLst/>
              <a:rect l="l" t="t" r="r" b="b"/>
              <a:pathLst>
                <a:path w="6050" h="2142" extrusionOk="0">
                  <a:moveTo>
                    <a:pt x="5742" y="1"/>
                  </a:moveTo>
                  <a:lnTo>
                    <a:pt x="4997" y="583"/>
                  </a:lnTo>
                  <a:cubicBezTo>
                    <a:pt x="3331" y="1101"/>
                    <a:pt x="1666" y="1624"/>
                    <a:pt x="1" y="2141"/>
                  </a:cubicBezTo>
                  <a:cubicBezTo>
                    <a:pt x="1013" y="2132"/>
                    <a:pt x="2024" y="2128"/>
                    <a:pt x="3042" y="2118"/>
                  </a:cubicBezTo>
                  <a:lnTo>
                    <a:pt x="5798" y="653"/>
                  </a:lnTo>
                  <a:lnTo>
                    <a:pt x="60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1"/>
            <p:cNvSpPr/>
            <p:nvPr/>
          </p:nvSpPr>
          <p:spPr>
            <a:xfrm flipH="1">
              <a:off x="3065788" y="2400813"/>
              <a:ext cx="666125" cy="424622"/>
            </a:xfrm>
            <a:custGeom>
              <a:avLst/>
              <a:gdLst/>
              <a:ahLst/>
              <a:cxnLst/>
              <a:rect l="l" t="t" r="r" b="b"/>
              <a:pathLst>
                <a:path w="1964" h="1252" extrusionOk="0">
                  <a:moveTo>
                    <a:pt x="0" y="1"/>
                  </a:moveTo>
                  <a:lnTo>
                    <a:pt x="0" y="1251"/>
                  </a:lnTo>
                  <a:cubicBezTo>
                    <a:pt x="612" y="1172"/>
                    <a:pt x="1223" y="1092"/>
                    <a:pt x="1834" y="1017"/>
                  </a:cubicBezTo>
                  <a:cubicBezTo>
                    <a:pt x="1867" y="971"/>
                    <a:pt x="1959" y="831"/>
                    <a:pt x="1959" y="631"/>
                  </a:cubicBezTo>
                  <a:cubicBezTo>
                    <a:pt x="1964" y="425"/>
                    <a:pt x="1867" y="280"/>
                    <a:pt x="1834" y="239"/>
                  </a:cubicBezTo>
                  <a:cubicBezTo>
                    <a:pt x="1223" y="160"/>
                    <a:pt x="612" y="80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3FC9FC-175F-9F38-233F-124A66C46833}"/>
              </a:ext>
            </a:extLst>
          </p:cNvPr>
          <p:cNvSpPr txBox="1"/>
          <p:nvPr/>
        </p:nvSpPr>
        <p:spPr>
          <a:xfrm>
            <a:off x="255181" y="480562"/>
            <a:ext cx="7291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Data-Driven Approach: Leveraging Historical Incident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34D6E1-561E-AD32-65E3-A622EC49C9D8}"/>
              </a:ext>
            </a:extLst>
          </p:cNvPr>
          <p:cNvSpPr txBox="1"/>
          <p:nvPr/>
        </p:nvSpPr>
        <p:spPr>
          <a:xfrm>
            <a:off x="4312198" y="1026318"/>
            <a:ext cx="482203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1" indent="0" algn="l"/>
            <a:r>
              <a:rPr lang="en-GB" sz="1600" b="1" dirty="0">
                <a:latin typeface="+mn-lt"/>
              </a:rPr>
              <a:t>Key Columns Used for Risk Assessment:</a:t>
            </a:r>
            <a:endParaRPr lang="en-GB" sz="1600" dirty="0">
              <a:latin typeface="+mn-lt"/>
            </a:endParaRPr>
          </a:p>
          <a:p>
            <a:pPr marL="95250" lvl="2"/>
            <a:r>
              <a:rPr lang="en-GB" sz="1600" b="1" i="1" dirty="0">
                <a:solidFill>
                  <a:srgbClr val="00B050"/>
                </a:solidFill>
                <a:latin typeface="+mn-lt"/>
              </a:rPr>
              <a:t>Aircraft Identification- </a:t>
            </a:r>
            <a:r>
              <a:rPr lang="en-GB" dirty="0"/>
              <a:t>Make, Model </a:t>
            </a:r>
            <a:endParaRPr lang="en-GB" sz="1600" dirty="0">
              <a:latin typeface="+mn-lt"/>
            </a:endParaRPr>
          </a:p>
          <a:p>
            <a:pPr marL="95250" lvl="2"/>
            <a:r>
              <a:rPr lang="en-GB" sz="1600" b="1" i="1" dirty="0">
                <a:solidFill>
                  <a:srgbClr val="00B050"/>
                </a:solidFill>
              </a:rPr>
              <a:t>Severity Factors- </a:t>
            </a:r>
            <a:r>
              <a:rPr lang="en-GB" dirty="0" err="1">
                <a:latin typeface="+mn-lt"/>
              </a:rPr>
              <a:t>Aircraft_damage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Injury_Severity</a:t>
            </a:r>
            <a:r>
              <a:rPr lang="en-GB" dirty="0">
                <a:latin typeface="+mn-lt"/>
              </a:rPr>
              <a:t> </a:t>
            </a:r>
          </a:p>
          <a:p>
            <a:pPr marL="95250" lvl="2"/>
            <a:r>
              <a:rPr lang="en-GB" sz="1600" b="1" i="1" dirty="0">
                <a:solidFill>
                  <a:srgbClr val="00B050"/>
                </a:solidFill>
              </a:rPr>
              <a:t>Human Impact- </a:t>
            </a:r>
            <a:r>
              <a:rPr lang="en-GB" dirty="0" err="1">
                <a:latin typeface="+mn-lt"/>
              </a:rPr>
              <a:t>Total_Fatal_Injuries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Total_Serious_Injuries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Total_Minor_Injuries</a:t>
            </a:r>
            <a:r>
              <a:rPr lang="en-GB" dirty="0">
                <a:latin typeface="+mn-lt"/>
              </a:rPr>
              <a:t> </a:t>
            </a:r>
          </a:p>
          <a:p>
            <a:pPr marL="95250" lvl="2"/>
            <a:r>
              <a:rPr lang="en-GB" sz="1600" b="1" i="1" dirty="0">
                <a:solidFill>
                  <a:srgbClr val="00B050"/>
                </a:solidFill>
              </a:rPr>
              <a:t>Incident Counting-</a:t>
            </a:r>
            <a:r>
              <a:rPr lang="en-GB" sz="1600" b="1" i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GB" dirty="0" err="1">
                <a:latin typeface="+mn-lt"/>
              </a:rPr>
              <a:t>Event_Id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Accident_Number</a:t>
            </a:r>
            <a:r>
              <a:rPr lang="en-GB" dirty="0">
                <a:latin typeface="+mn-lt"/>
              </a:rPr>
              <a:t> </a:t>
            </a:r>
            <a:endParaRPr lang="en-GB" sz="1600" dirty="0">
              <a:latin typeface="+mn-lt"/>
            </a:endParaRPr>
          </a:p>
          <a:p>
            <a:pPr marL="95250" lvl="2"/>
            <a:r>
              <a:rPr lang="en-GB" sz="1600" b="1" i="1" dirty="0">
                <a:solidFill>
                  <a:srgbClr val="00B050"/>
                </a:solidFill>
              </a:rPr>
              <a:t>Operational Context </a:t>
            </a:r>
            <a:r>
              <a:rPr lang="en-GB" sz="1600" dirty="0">
                <a:solidFill>
                  <a:srgbClr val="00B050"/>
                </a:solidFill>
              </a:rPr>
              <a:t>- </a:t>
            </a:r>
            <a:r>
              <a:rPr lang="en-GB" dirty="0" err="1">
                <a:latin typeface="+mn-lt"/>
              </a:rPr>
              <a:t>Purpose_of_flight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Weather_Condition</a:t>
            </a:r>
            <a:r>
              <a:rPr lang="en-GB" dirty="0">
                <a:latin typeface="+mn-lt"/>
              </a:rPr>
              <a:t>, </a:t>
            </a:r>
            <a:r>
              <a:rPr lang="en-GB" dirty="0" err="1">
                <a:latin typeface="+mn-lt"/>
              </a:rPr>
              <a:t>Broad_phase_of_flight</a:t>
            </a:r>
            <a:r>
              <a:rPr lang="en-GB" dirty="0">
                <a:latin typeface="+mn-lt"/>
              </a:rPr>
              <a:t> </a:t>
            </a:r>
            <a:endParaRPr lang="en-GB" sz="1600" dirty="0">
              <a:latin typeface="+mn-lt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4A26B21-3BFB-1042-53C5-05BE61ABAF57}"/>
              </a:ext>
            </a:extLst>
          </p:cNvPr>
          <p:cNvSpPr txBox="1">
            <a:spLocks/>
          </p:cNvSpPr>
          <p:nvPr/>
        </p:nvSpPr>
        <p:spPr>
          <a:xfrm>
            <a:off x="-7014" y="3611515"/>
            <a:ext cx="8408227" cy="1011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136525" indent="0" algn="l"/>
            <a:r>
              <a:rPr lang="en-GB" b="1" dirty="0">
                <a:latin typeface="+mn-lt"/>
              </a:rPr>
              <a:t>Methodology Overview</a:t>
            </a:r>
            <a:endParaRPr lang="en-GB" dirty="0">
              <a:latin typeface="+mn-lt"/>
            </a:endParaRPr>
          </a:p>
          <a:p>
            <a:pPr marL="136525" indent="0" algn="l"/>
            <a:r>
              <a:rPr lang="en-GB" dirty="0">
                <a:latin typeface="+mn-lt"/>
              </a:rPr>
              <a:t>Data Cleaning &amp; Preprocessing (e.g., filtering for "Airplane", handling missing values).</a:t>
            </a:r>
          </a:p>
          <a:p>
            <a:pPr marL="136525" indent="0" algn="l"/>
            <a:r>
              <a:rPr lang="en-GB" dirty="0">
                <a:latin typeface="+mn-lt"/>
              </a:rPr>
              <a:t>Quantification of Risk factors (Incident Counts, Damage Scores, Injury Rates).</a:t>
            </a:r>
          </a:p>
        </p:txBody>
      </p:sp>
      <p:grpSp>
        <p:nvGrpSpPr>
          <p:cNvPr id="10" name="Google Shape;1905;p73">
            <a:extLst>
              <a:ext uri="{FF2B5EF4-FFF2-40B4-BE49-F238E27FC236}">
                <a16:creationId xmlns:a16="http://schemas.microsoft.com/office/drawing/2014/main" id="{1988573D-8B36-7685-A827-C1FCF652EA8D}"/>
              </a:ext>
            </a:extLst>
          </p:cNvPr>
          <p:cNvGrpSpPr/>
          <p:nvPr/>
        </p:nvGrpSpPr>
        <p:grpSpPr>
          <a:xfrm>
            <a:off x="1368288" y="2401480"/>
            <a:ext cx="2901650" cy="899150"/>
            <a:chOff x="5074125" y="3922950"/>
            <a:chExt cx="2901650" cy="899150"/>
          </a:xfrm>
        </p:grpSpPr>
        <p:sp>
          <p:nvSpPr>
            <p:cNvPr id="11" name="Google Shape;1906;p73">
              <a:extLst>
                <a:ext uri="{FF2B5EF4-FFF2-40B4-BE49-F238E27FC236}">
                  <a16:creationId xmlns:a16="http://schemas.microsoft.com/office/drawing/2014/main" id="{90883A24-27CA-D0C6-8C52-9750A6D202FA}"/>
                </a:ext>
              </a:extLst>
            </p:cNvPr>
            <p:cNvSpPr/>
            <p:nvPr/>
          </p:nvSpPr>
          <p:spPr>
            <a:xfrm>
              <a:off x="5511475" y="4248750"/>
              <a:ext cx="2525" cy="3800"/>
            </a:xfrm>
            <a:custGeom>
              <a:avLst/>
              <a:gdLst/>
              <a:ahLst/>
              <a:cxnLst/>
              <a:rect l="l" t="t" r="r" b="b"/>
              <a:pathLst>
                <a:path w="101" h="152" extrusionOk="0">
                  <a:moveTo>
                    <a:pt x="100" y="101"/>
                  </a:moveTo>
                  <a:cubicBezTo>
                    <a:pt x="100" y="101"/>
                    <a:pt x="100" y="76"/>
                    <a:pt x="100" y="51"/>
                  </a:cubicBezTo>
                  <a:cubicBezTo>
                    <a:pt x="100" y="51"/>
                    <a:pt x="100" y="51"/>
                    <a:pt x="100" y="26"/>
                  </a:cubicBezTo>
                  <a:cubicBezTo>
                    <a:pt x="75" y="26"/>
                    <a:pt x="75" y="1"/>
                    <a:pt x="50" y="1"/>
                  </a:cubicBezTo>
                  <a:cubicBezTo>
                    <a:pt x="25" y="1"/>
                    <a:pt x="25" y="1"/>
                    <a:pt x="0" y="26"/>
                  </a:cubicBezTo>
                  <a:cubicBezTo>
                    <a:pt x="0" y="51"/>
                    <a:pt x="0" y="76"/>
                    <a:pt x="0" y="101"/>
                  </a:cubicBezTo>
                  <a:cubicBezTo>
                    <a:pt x="0" y="101"/>
                    <a:pt x="25" y="126"/>
                    <a:pt x="50" y="126"/>
                  </a:cubicBezTo>
                  <a:cubicBezTo>
                    <a:pt x="75" y="151"/>
                    <a:pt x="100" y="126"/>
                    <a:pt x="100" y="101"/>
                  </a:cubicBezTo>
                  <a:close/>
                </a:path>
              </a:pathLst>
            </a:custGeom>
            <a:solidFill>
              <a:srgbClr val="DDE0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07;p73">
              <a:extLst>
                <a:ext uri="{FF2B5EF4-FFF2-40B4-BE49-F238E27FC236}">
                  <a16:creationId xmlns:a16="http://schemas.microsoft.com/office/drawing/2014/main" id="{000C4AF6-84A2-41C6-712A-B51EF44413EB}"/>
                </a:ext>
              </a:extLst>
            </p:cNvPr>
            <p:cNvSpPr/>
            <p:nvPr/>
          </p:nvSpPr>
          <p:spPr>
            <a:xfrm>
              <a:off x="5537150" y="42525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1" y="0"/>
                  </a:moveTo>
                  <a:cubicBezTo>
                    <a:pt x="1" y="25"/>
                    <a:pt x="1" y="50"/>
                    <a:pt x="1" y="50"/>
                  </a:cubicBezTo>
                  <a:cubicBezTo>
                    <a:pt x="1" y="75"/>
                    <a:pt x="26" y="75"/>
                    <a:pt x="51" y="100"/>
                  </a:cubicBezTo>
                  <a:cubicBezTo>
                    <a:pt x="76" y="100"/>
                    <a:pt x="76" y="100"/>
                    <a:pt x="76" y="75"/>
                  </a:cubicBezTo>
                  <a:cubicBezTo>
                    <a:pt x="76" y="50"/>
                    <a:pt x="76" y="50"/>
                    <a:pt x="76" y="25"/>
                  </a:cubicBezTo>
                  <a:cubicBezTo>
                    <a:pt x="51" y="0"/>
                    <a:pt x="26" y="0"/>
                    <a:pt x="1" y="0"/>
                  </a:cubicBezTo>
                  <a:close/>
                </a:path>
              </a:pathLst>
            </a:custGeom>
            <a:solidFill>
              <a:srgbClr val="DDE0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08;p73">
              <a:extLst>
                <a:ext uri="{FF2B5EF4-FFF2-40B4-BE49-F238E27FC236}">
                  <a16:creationId xmlns:a16="http://schemas.microsoft.com/office/drawing/2014/main" id="{12D512FE-AEAE-03F7-BB7E-B70806676B6C}"/>
                </a:ext>
              </a:extLst>
            </p:cNvPr>
            <p:cNvSpPr/>
            <p:nvPr/>
          </p:nvSpPr>
          <p:spPr>
            <a:xfrm>
              <a:off x="6533400" y="4578950"/>
              <a:ext cx="24450" cy="188000"/>
            </a:xfrm>
            <a:custGeom>
              <a:avLst/>
              <a:gdLst/>
              <a:ahLst/>
              <a:cxnLst/>
              <a:rect l="l" t="t" r="r" b="b"/>
              <a:pathLst>
                <a:path w="978" h="7520" extrusionOk="0">
                  <a:moveTo>
                    <a:pt x="502" y="1"/>
                  </a:moveTo>
                  <a:cubicBezTo>
                    <a:pt x="226" y="1"/>
                    <a:pt x="0" y="226"/>
                    <a:pt x="0" y="502"/>
                  </a:cubicBezTo>
                  <a:lnTo>
                    <a:pt x="0" y="7018"/>
                  </a:lnTo>
                  <a:cubicBezTo>
                    <a:pt x="0" y="7294"/>
                    <a:pt x="226" y="7520"/>
                    <a:pt x="502" y="7520"/>
                  </a:cubicBezTo>
                  <a:cubicBezTo>
                    <a:pt x="752" y="7520"/>
                    <a:pt x="978" y="7294"/>
                    <a:pt x="978" y="7018"/>
                  </a:cubicBezTo>
                  <a:lnTo>
                    <a:pt x="978" y="502"/>
                  </a:lnTo>
                  <a:cubicBezTo>
                    <a:pt x="978" y="226"/>
                    <a:pt x="752" y="1"/>
                    <a:pt x="5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09;p73">
              <a:extLst>
                <a:ext uri="{FF2B5EF4-FFF2-40B4-BE49-F238E27FC236}">
                  <a16:creationId xmlns:a16="http://schemas.microsoft.com/office/drawing/2014/main" id="{24D8EBB7-A818-CB41-4820-FB4B970BB81F}"/>
                </a:ext>
              </a:extLst>
            </p:cNvPr>
            <p:cNvSpPr/>
            <p:nvPr/>
          </p:nvSpPr>
          <p:spPr>
            <a:xfrm>
              <a:off x="6520250" y="4459275"/>
              <a:ext cx="50775" cy="221850"/>
            </a:xfrm>
            <a:custGeom>
              <a:avLst/>
              <a:gdLst/>
              <a:ahLst/>
              <a:cxnLst/>
              <a:rect l="l" t="t" r="r" b="b"/>
              <a:pathLst>
                <a:path w="2031" h="8874" extrusionOk="0">
                  <a:moveTo>
                    <a:pt x="1028" y="1"/>
                  </a:moveTo>
                  <a:cubicBezTo>
                    <a:pt x="451" y="1"/>
                    <a:pt x="0" y="452"/>
                    <a:pt x="0" y="1028"/>
                  </a:cubicBezTo>
                  <a:lnTo>
                    <a:pt x="0" y="8372"/>
                  </a:lnTo>
                  <a:cubicBezTo>
                    <a:pt x="0" y="8647"/>
                    <a:pt x="226" y="8873"/>
                    <a:pt x="501" y="8873"/>
                  </a:cubicBezTo>
                  <a:lnTo>
                    <a:pt x="1529" y="8873"/>
                  </a:lnTo>
                  <a:cubicBezTo>
                    <a:pt x="1805" y="8873"/>
                    <a:pt x="2030" y="8647"/>
                    <a:pt x="2030" y="8372"/>
                  </a:cubicBezTo>
                  <a:lnTo>
                    <a:pt x="2030" y="1028"/>
                  </a:lnTo>
                  <a:cubicBezTo>
                    <a:pt x="2030" y="452"/>
                    <a:pt x="1579" y="1"/>
                    <a:pt x="10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10;p73">
              <a:extLst>
                <a:ext uri="{FF2B5EF4-FFF2-40B4-BE49-F238E27FC236}">
                  <a16:creationId xmlns:a16="http://schemas.microsoft.com/office/drawing/2014/main" id="{C77E53F9-4037-C55A-80EE-45321ACCF03A}"/>
                </a:ext>
              </a:extLst>
            </p:cNvPr>
            <p:cNvSpPr/>
            <p:nvPr/>
          </p:nvSpPr>
          <p:spPr>
            <a:xfrm>
              <a:off x="6482025" y="4748125"/>
              <a:ext cx="120325" cy="25100"/>
            </a:xfrm>
            <a:custGeom>
              <a:avLst/>
              <a:gdLst/>
              <a:ahLst/>
              <a:cxnLst/>
              <a:rect l="l" t="t" r="r" b="b"/>
              <a:pathLst>
                <a:path w="4813" h="1004" extrusionOk="0">
                  <a:moveTo>
                    <a:pt x="0" y="1"/>
                  </a:moveTo>
                  <a:lnTo>
                    <a:pt x="0" y="1003"/>
                  </a:lnTo>
                  <a:lnTo>
                    <a:pt x="4812" y="1003"/>
                  </a:lnTo>
                  <a:lnTo>
                    <a:pt x="481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11;p73">
              <a:extLst>
                <a:ext uri="{FF2B5EF4-FFF2-40B4-BE49-F238E27FC236}">
                  <a16:creationId xmlns:a16="http://schemas.microsoft.com/office/drawing/2014/main" id="{CA8949E4-63BA-F7C8-FED0-ACAEE5E250E0}"/>
                </a:ext>
              </a:extLst>
            </p:cNvPr>
            <p:cNvSpPr/>
            <p:nvPr/>
          </p:nvSpPr>
          <p:spPr>
            <a:xfrm>
              <a:off x="6580400" y="4699875"/>
              <a:ext cx="67050" cy="122225"/>
            </a:xfrm>
            <a:custGeom>
              <a:avLst/>
              <a:gdLst/>
              <a:ahLst/>
              <a:cxnLst/>
              <a:rect l="l" t="t" r="r" b="b"/>
              <a:pathLst>
                <a:path w="2682" h="4889" extrusionOk="0">
                  <a:moveTo>
                    <a:pt x="1328" y="1"/>
                  </a:moveTo>
                  <a:cubicBezTo>
                    <a:pt x="602" y="1"/>
                    <a:pt x="0" y="602"/>
                    <a:pt x="0" y="1329"/>
                  </a:cubicBezTo>
                  <a:lnTo>
                    <a:pt x="0" y="3535"/>
                  </a:lnTo>
                  <a:cubicBezTo>
                    <a:pt x="0" y="4287"/>
                    <a:pt x="602" y="4888"/>
                    <a:pt x="1328" y="4888"/>
                  </a:cubicBezTo>
                  <a:cubicBezTo>
                    <a:pt x="2080" y="4888"/>
                    <a:pt x="2682" y="4287"/>
                    <a:pt x="2682" y="3535"/>
                  </a:cubicBezTo>
                  <a:lnTo>
                    <a:pt x="2682" y="1329"/>
                  </a:lnTo>
                  <a:cubicBezTo>
                    <a:pt x="2682" y="602"/>
                    <a:pt x="2080" y="1"/>
                    <a:pt x="13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12;p73">
              <a:extLst>
                <a:ext uri="{FF2B5EF4-FFF2-40B4-BE49-F238E27FC236}">
                  <a16:creationId xmlns:a16="http://schemas.microsoft.com/office/drawing/2014/main" id="{79A8AD96-24E2-526A-BCF4-2C751AAE51C0}"/>
                </a:ext>
              </a:extLst>
            </p:cNvPr>
            <p:cNvSpPr/>
            <p:nvPr/>
          </p:nvSpPr>
          <p:spPr>
            <a:xfrm>
              <a:off x="6441925" y="4699875"/>
              <a:ext cx="67050" cy="122225"/>
            </a:xfrm>
            <a:custGeom>
              <a:avLst/>
              <a:gdLst/>
              <a:ahLst/>
              <a:cxnLst/>
              <a:rect l="l" t="t" r="r" b="b"/>
              <a:pathLst>
                <a:path w="2682" h="4889" extrusionOk="0">
                  <a:moveTo>
                    <a:pt x="1354" y="1"/>
                  </a:moveTo>
                  <a:cubicBezTo>
                    <a:pt x="602" y="1"/>
                    <a:pt x="0" y="602"/>
                    <a:pt x="0" y="1329"/>
                  </a:cubicBezTo>
                  <a:lnTo>
                    <a:pt x="0" y="3535"/>
                  </a:lnTo>
                  <a:cubicBezTo>
                    <a:pt x="0" y="4287"/>
                    <a:pt x="602" y="4888"/>
                    <a:pt x="1354" y="4888"/>
                  </a:cubicBezTo>
                  <a:cubicBezTo>
                    <a:pt x="2080" y="4888"/>
                    <a:pt x="2682" y="4287"/>
                    <a:pt x="2682" y="3535"/>
                  </a:cubicBezTo>
                  <a:lnTo>
                    <a:pt x="2682" y="1329"/>
                  </a:lnTo>
                  <a:cubicBezTo>
                    <a:pt x="2682" y="602"/>
                    <a:pt x="2080" y="1"/>
                    <a:pt x="13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13;p73">
              <a:extLst>
                <a:ext uri="{FF2B5EF4-FFF2-40B4-BE49-F238E27FC236}">
                  <a16:creationId xmlns:a16="http://schemas.microsoft.com/office/drawing/2014/main" id="{80A90A6A-8152-6CC7-6052-8233E5F8DD32}"/>
                </a:ext>
              </a:extLst>
            </p:cNvPr>
            <p:cNvSpPr/>
            <p:nvPr/>
          </p:nvSpPr>
          <p:spPr>
            <a:xfrm>
              <a:off x="6725125" y="4051375"/>
              <a:ext cx="395400" cy="186750"/>
            </a:xfrm>
            <a:custGeom>
              <a:avLst/>
              <a:gdLst/>
              <a:ahLst/>
              <a:cxnLst/>
              <a:rect l="l" t="t" r="r" b="b"/>
              <a:pathLst>
                <a:path w="15816" h="7470" extrusionOk="0">
                  <a:moveTo>
                    <a:pt x="15414" y="1"/>
                  </a:moveTo>
                  <a:lnTo>
                    <a:pt x="1" y="5540"/>
                  </a:lnTo>
                  <a:lnTo>
                    <a:pt x="577" y="7470"/>
                  </a:lnTo>
                  <a:lnTo>
                    <a:pt x="6216" y="4788"/>
                  </a:lnTo>
                  <a:lnTo>
                    <a:pt x="8397" y="3760"/>
                  </a:lnTo>
                  <a:lnTo>
                    <a:pt x="15264" y="502"/>
                  </a:lnTo>
                  <a:cubicBezTo>
                    <a:pt x="15815" y="252"/>
                    <a:pt x="15765" y="101"/>
                    <a:pt x="15765" y="101"/>
                  </a:cubicBezTo>
                  <a:cubicBezTo>
                    <a:pt x="15715" y="26"/>
                    <a:pt x="15615" y="1"/>
                    <a:pt x="155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14;p73">
              <a:extLst>
                <a:ext uri="{FF2B5EF4-FFF2-40B4-BE49-F238E27FC236}">
                  <a16:creationId xmlns:a16="http://schemas.microsoft.com/office/drawing/2014/main" id="{9B4CA8B7-A8D4-5CBF-8FA5-4D135FA3DAD1}"/>
                </a:ext>
              </a:extLst>
            </p:cNvPr>
            <p:cNvSpPr/>
            <p:nvPr/>
          </p:nvSpPr>
          <p:spPr>
            <a:xfrm>
              <a:off x="6725125" y="4051375"/>
              <a:ext cx="388500" cy="158550"/>
            </a:xfrm>
            <a:custGeom>
              <a:avLst/>
              <a:gdLst/>
              <a:ahLst/>
              <a:cxnLst/>
              <a:rect l="l" t="t" r="r" b="b"/>
              <a:pathLst>
                <a:path w="15540" h="6342" extrusionOk="0">
                  <a:moveTo>
                    <a:pt x="15414" y="1"/>
                  </a:moveTo>
                  <a:lnTo>
                    <a:pt x="1" y="5540"/>
                  </a:lnTo>
                  <a:lnTo>
                    <a:pt x="251" y="6342"/>
                  </a:lnTo>
                  <a:lnTo>
                    <a:pt x="155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915;p73">
              <a:extLst>
                <a:ext uri="{FF2B5EF4-FFF2-40B4-BE49-F238E27FC236}">
                  <a16:creationId xmlns:a16="http://schemas.microsoft.com/office/drawing/2014/main" id="{979F844B-3409-A480-5D83-78DE389039C2}"/>
                </a:ext>
              </a:extLst>
            </p:cNvPr>
            <p:cNvSpPr/>
            <p:nvPr/>
          </p:nvSpPr>
          <p:spPr>
            <a:xfrm>
              <a:off x="6847300" y="4360325"/>
              <a:ext cx="106550" cy="127775"/>
            </a:xfrm>
            <a:custGeom>
              <a:avLst/>
              <a:gdLst/>
              <a:ahLst/>
              <a:cxnLst/>
              <a:rect l="l" t="t" r="r" b="b"/>
              <a:pathLst>
                <a:path w="4262" h="5111" extrusionOk="0">
                  <a:moveTo>
                    <a:pt x="203" y="0"/>
                  </a:moveTo>
                  <a:cubicBezTo>
                    <a:pt x="172" y="0"/>
                    <a:pt x="146" y="8"/>
                    <a:pt x="126" y="24"/>
                  </a:cubicBezTo>
                  <a:cubicBezTo>
                    <a:pt x="1" y="124"/>
                    <a:pt x="151" y="500"/>
                    <a:pt x="427" y="876"/>
                  </a:cubicBezTo>
                  <a:lnTo>
                    <a:pt x="3409" y="4610"/>
                  </a:lnTo>
                  <a:cubicBezTo>
                    <a:pt x="3640" y="4905"/>
                    <a:pt x="3924" y="5111"/>
                    <a:pt x="4069" y="5111"/>
                  </a:cubicBezTo>
                  <a:cubicBezTo>
                    <a:pt x="4097" y="5111"/>
                    <a:pt x="4120" y="5103"/>
                    <a:pt x="4136" y="5087"/>
                  </a:cubicBezTo>
                  <a:cubicBezTo>
                    <a:pt x="4262" y="4986"/>
                    <a:pt x="4136" y="4610"/>
                    <a:pt x="3836" y="4260"/>
                  </a:cubicBezTo>
                  <a:lnTo>
                    <a:pt x="878" y="525"/>
                  </a:lnTo>
                  <a:cubicBezTo>
                    <a:pt x="647" y="210"/>
                    <a:pt x="362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916;p73">
              <a:extLst>
                <a:ext uri="{FF2B5EF4-FFF2-40B4-BE49-F238E27FC236}">
                  <a16:creationId xmlns:a16="http://schemas.microsoft.com/office/drawing/2014/main" id="{60F42F97-EBE2-11BD-4861-55C5105F19C5}"/>
                </a:ext>
              </a:extLst>
            </p:cNvPr>
            <p:cNvSpPr/>
            <p:nvPr/>
          </p:nvSpPr>
          <p:spPr>
            <a:xfrm>
              <a:off x="6950700" y="4453025"/>
              <a:ext cx="24450" cy="187350"/>
            </a:xfrm>
            <a:custGeom>
              <a:avLst/>
              <a:gdLst/>
              <a:ahLst/>
              <a:cxnLst/>
              <a:rect l="l" t="t" r="r" b="b"/>
              <a:pathLst>
                <a:path w="978" h="7494" extrusionOk="0">
                  <a:moveTo>
                    <a:pt x="502" y="0"/>
                  </a:moveTo>
                  <a:cubicBezTo>
                    <a:pt x="226" y="0"/>
                    <a:pt x="0" y="226"/>
                    <a:pt x="0" y="501"/>
                  </a:cubicBezTo>
                  <a:lnTo>
                    <a:pt x="0" y="7018"/>
                  </a:lnTo>
                  <a:cubicBezTo>
                    <a:pt x="0" y="7268"/>
                    <a:pt x="226" y="7494"/>
                    <a:pt x="502" y="7494"/>
                  </a:cubicBezTo>
                  <a:cubicBezTo>
                    <a:pt x="752" y="7494"/>
                    <a:pt x="978" y="7268"/>
                    <a:pt x="978" y="7018"/>
                  </a:cubicBezTo>
                  <a:lnTo>
                    <a:pt x="978" y="501"/>
                  </a:lnTo>
                  <a:cubicBezTo>
                    <a:pt x="978" y="226"/>
                    <a:pt x="752" y="0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17;p73">
              <a:extLst>
                <a:ext uri="{FF2B5EF4-FFF2-40B4-BE49-F238E27FC236}">
                  <a16:creationId xmlns:a16="http://schemas.microsoft.com/office/drawing/2014/main" id="{B6D74A94-01CD-0C71-4253-A78EDF35E3C1}"/>
                </a:ext>
              </a:extLst>
            </p:cNvPr>
            <p:cNvSpPr/>
            <p:nvPr/>
          </p:nvSpPr>
          <p:spPr>
            <a:xfrm>
              <a:off x="6937525" y="4333350"/>
              <a:ext cx="50800" cy="221825"/>
            </a:xfrm>
            <a:custGeom>
              <a:avLst/>
              <a:gdLst/>
              <a:ahLst/>
              <a:cxnLst/>
              <a:rect l="l" t="t" r="r" b="b"/>
              <a:pathLst>
                <a:path w="2032" h="8873" extrusionOk="0">
                  <a:moveTo>
                    <a:pt x="1029" y="0"/>
                  </a:moveTo>
                  <a:cubicBezTo>
                    <a:pt x="452" y="0"/>
                    <a:pt x="1" y="451"/>
                    <a:pt x="1" y="1028"/>
                  </a:cubicBezTo>
                  <a:lnTo>
                    <a:pt x="1" y="8346"/>
                  </a:lnTo>
                  <a:cubicBezTo>
                    <a:pt x="1" y="8647"/>
                    <a:pt x="227" y="8872"/>
                    <a:pt x="502" y="8872"/>
                  </a:cubicBezTo>
                  <a:lnTo>
                    <a:pt x="1530" y="8872"/>
                  </a:lnTo>
                  <a:cubicBezTo>
                    <a:pt x="1805" y="8872"/>
                    <a:pt x="2031" y="8647"/>
                    <a:pt x="2031" y="8346"/>
                  </a:cubicBezTo>
                  <a:lnTo>
                    <a:pt x="2031" y="1028"/>
                  </a:lnTo>
                  <a:cubicBezTo>
                    <a:pt x="2031" y="451"/>
                    <a:pt x="1580" y="0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18;p73">
              <a:extLst>
                <a:ext uri="{FF2B5EF4-FFF2-40B4-BE49-F238E27FC236}">
                  <a16:creationId xmlns:a16="http://schemas.microsoft.com/office/drawing/2014/main" id="{73F3D9CE-CD10-729B-9B98-3C55CF76C302}"/>
                </a:ext>
              </a:extLst>
            </p:cNvPr>
            <p:cNvSpPr/>
            <p:nvPr/>
          </p:nvSpPr>
          <p:spPr>
            <a:xfrm>
              <a:off x="6899325" y="4622200"/>
              <a:ext cx="120325" cy="25075"/>
            </a:xfrm>
            <a:custGeom>
              <a:avLst/>
              <a:gdLst/>
              <a:ahLst/>
              <a:cxnLst/>
              <a:rect l="l" t="t" r="r" b="b"/>
              <a:pathLst>
                <a:path w="4813" h="1003" extrusionOk="0">
                  <a:moveTo>
                    <a:pt x="0" y="0"/>
                  </a:moveTo>
                  <a:lnTo>
                    <a:pt x="0" y="1003"/>
                  </a:lnTo>
                  <a:lnTo>
                    <a:pt x="4812" y="1003"/>
                  </a:lnTo>
                  <a:lnTo>
                    <a:pt x="48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19;p73">
              <a:extLst>
                <a:ext uri="{FF2B5EF4-FFF2-40B4-BE49-F238E27FC236}">
                  <a16:creationId xmlns:a16="http://schemas.microsoft.com/office/drawing/2014/main" id="{CF4ACAB9-A17C-5C80-4B23-1DC0424B9D37}"/>
                </a:ext>
              </a:extLst>
            </p:cNvPr>
            <p:cNvSpPr/>
            <p:nvPr/>
          </p:nvSpPr>
          <p:spPr>
            <a:xfrm>
              <a:off x="6997675" y="4573325"/>
              <a:ext cx="67075" cy="122200"/>
            </a:xfrm>
            <a:custGeom>
              <a:avLst/>
              <a:gdLst/>
              <a:ahLst/>
              <a:cxnLst/>
              <a:rect l="l" t="t" r="r" b="b"/>
              <a:pathLst>
                <a:path w="2683" h="4888" extrusionOk="0">
                  <a:moveTo>
                    <a:pt x="1329" y="0"/>
                  </a:moveTo>
                  <a:cubicBezTo>
                    <a:pt x="602" y="0"/>
                    <a:pt x="1" y="602"/>
                    <a:pt x="1" y="1354"/>
                  </a:cubicBezTo>
                  <a:lnTo>
                    <a:pt x="1" y="3559"/>
                  </a:lnTo>
                  <a:cubicBezTo>
                    <a:pt x="1" y="4286"/>
                    <a:pt x="602" y="4887"/>
                    <a:pt x="1329" y="4887"/>
                  </a:cubicBezTo>
                  <a:cubicBezTo>
                    <a:pt x="2081" y="4887"/>
                    <a:pt x="2683" y="4286"/>
                    <a:pt x="2683" y="3559"/>
                  </a:cubicBezTo>
                  <a:lnTo>
                    <a:pt x="2683" y="1354"/>
                  </a:lnTo>
                  <a:cubicBezTo>
                    <a:pt x="2683" y="602"/>
                    <a:pt x="2081" y="0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20;p73">
              <a:extLst>
                <a:ext uri="{FF2B5EF4-FFF2-40B4-BE49-F238E27FC236}">
                  <a16:creationId xmlns:a16="http://schemas.microsoft.com/office/drawing/2014/main" id="{FB1CF18D-9F2E-EFFB-4719-6A85BF9D8370}"/>
                </a:ext>
              </a:extLst>
            </p:cNvPr>
            <p:cNvSpPr/>
            <p:nvPr/>
          </p:nvSpPr>
          <p:spPr>
            <a:xfrm>
              <a:off x="6859225" y="4573325"/>
              <a:ext cx="67050" cy="122200"/>
            </a:xfrm>
            <a:custGeom>
              <a:avLst/>
              <a:gdLst/>
              <a:ahLst/>
              <a:cxnLst/>
              <a:rect l="l" t="t" r="r" b="b"/>
              <a:pathLst>
                <a:path w="2682" h="4888" extrusionOk="0">
                  <a:moveTo>
                    <a:pt x="1353" y="0"/>
                  </a:moveTo>
                  <a:cubicBezTo>
                    <a:pt x="602" y="0"/>
                    <a:pt x="0" y="602"/>
                    <a:pt x="0" y="1354"/>
                  </a:cubicBezTo>
                  <a:lnTo>
                    <a:pt x="0" y="3559"/>
                  </a:lnTo>
                  <a:cubicBezTo>
                    <a:pt x="0" y="4286"/>
                    <a:pt x="602" y="4887"/>
                    <a:pt x="1353" y="4887"/>
                  </a:cubicBezTo>
                  <a:cubicBezTo>
                    <a:pt x="2080" y="4887"/>
                    <a:pt x="2682" y="4286"/>
                    <a:pt x="2682" y="3559"/>
                  </a:cubicBezTo>
                  <a:lnTo>
                    <a:pt x="2682" y="1354"/>
                  </a:lnTo>
                  <a:cubicBezTo>
                    <a:pt x="2682" y="602"/>
                    <a:pt x="2080" y="0"/>
                    <a:pt x="1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21;p73">
              <a:extLst>
                <a:ext uri="{FF2B5EF4-FFF2-40B4-BE49-F238E27FC236}">
                  <a16:creationId xmlns:a16="http://schemas.microsoft.com/office/drawing/2014/main" id="{5E0D0820-2354-6CED-8E59-393A720C7B39}"/>
                </a:ext>
              </a:extLst>
            </p:cNvPr>
            <p:cNvSpPr/>
            <p:nvPr/>
          </p:nvSpPr>
          <p:spPr>
            <a:xfrm>
              <a:off x="6880525" y="4206150"/>
              <a:ext cx="1095250" cy="188625"/>
            </a:xfrm>
            <a:custGeom>
              <a:avLst/>
              <a:gdLst/>
              <a:ahLst/>
              <a:cxnLst/>
              <a:rect l="l" t="t" r="r" b="b"/>
              <a:pathLst>
                <a:path w="43810" h="7545" extrusionOk="0">
                  <a:moveTo>
                    <a:pt x="43008" y="0"/>
                  </a:moveTo>
                  <a:lnTo>
                    <a:pt x="0" y="2281"/>
                  </a:lnTo>
                  <a:lnTo>
                    <a:pt x="0" y="7544"/>
                  </a:lnTo>
                  <a:lnTo>
                    <a:pt x="16191" y="5088"/>
                  </a:lnTo>
                  <a:lnTo>
                    <a:pt x="22482" y="4136"/>
                  </a:lnTo>
                  <a:lnTo>
                    <a:pt x="42306" y="1153"/>
                  </a:lnTo>
                  <a:cubicBezTo>
                    <a:pt x="43810" y="953"/>
                    <a:pt x="43810" y="527"/>
                    <a:pt x="43810" y="527"/>
                  </a:cubicBezTo>
                  <a:cubicBezTo>
                    <a:pt x="43760" y="301"/>
                    <a:pt x="43559" y="151"/>
                    <a:pt x="43359" y="76"/>
                  </a:cubicBezTo>
                  <a:cubicBezTo>
                    <a:pt x="43158" y="26"/>
                    <a:pt x="43008" y="0"/>
                    <a:pt x="430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22;p73">
              <a:extLst>
                <a:ext uri="{FF2B5EF4-FFF2-40B4-BE49-F238E27FC236}">
                  <a16:creationId xmlns:a16="http://schemas.microsoft.com/office/drawing/2014/main" id="{80540522-2B0A-2A93-7998-CF1009D10BBA}"/>
                </a:ext>
              </a:extLst>
            </p:cNvPr>
            <p:cNvSpPr/>
            <p:nvPr/>
          </p:nvSpPr>
          <p:spPr>
            <a:xfrm>
              <a:off x="6880525" y="4206150"/>
              <a:ext cx="1083975" cy="112175"/>
            </a:xfrm>
            <a:custGeom>
              <a:avLst/>
              <a:gdLst/>
              <a:ahLst/>
              <a:cxnLst/>
              <a:rect l="l" t="t" r="r" b="b"/>
              <a:pathLst>
                <a:path w="43359" h="4487" extrusionOk="0">
                  <a:moveTo>
                    <a:pt x="43008" y="0"/>
                  </a:moveTo>
                  <a:lnTo>
                    <a:pt x="0" y="2281"/>
                  </a:lnTo>
                  <a:lnTo>
                    <a:pt x="0" y="4487"/>
                  </a:lnTo>
                  <a:lnTo>
                    <a:pt x="43359" y="76"/>
                  </a:lnTo>
                  <a:cubicBezTo>
                    <a:pt x="43158" y="26"/>
                    <a:pt x="43008" y="0"/>
                    <a:pt x="430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23;p73">
              <a:extLst>
                <a:ext uri="{FF2B5EF4-FFF2-40B4-BE49-F238E27FC236}">
                  <a16:creationId xmlns:a16="http://schemas.microsoft.com/office/drawing/2014/main" id="{88E3CC0D-3112-B18A-77EF-532C362A4840}"/>
                </a:ext>
              </a:extLst>
            </p:cNvPr>
            <p:cNvSpPr/>
            <p:nvPr/>
          </p:nvSpPr>
          <p:spPr>
            <a:xfrm>
              <a:off x="7280900" y="4270675"/>
              <a:ext cx="186750" cy="62700"/>
            </a:xfrm>
            <a:custGeom>
              <a:avLst/>
              <a:gdLst/>
              <a:ahLst/>
              <a:cxnLst/>
              <a:rect l="l" t="t" r="r" b="b"/>
              <a:pathLst>
                <a:path w="7470" h="2508" extrusionOk="0">
                  <a:moveTo>
                    <a:pt x="4161" y="1"/>
                  </a:moveTo>
                  <a:cubicBezTo>
                    <a:pt x="2356" y="1"/>
                    <a:pt x="777" y="1028"/>
                    <a:pt x="0" y="2507"/>
                  </a:cubicBezTo>
                  <a:lnTo>
                    <a:pt x="7469" y="1379"/>
                  </a:lnTo>
                  <a:cubicBezTo>
                    <a:pt x="6617" y="527"/>
                    <a:pt x="5464" y="1"/>
                    <a:pt x="4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24;p73">
              <a:extLst>
                <a:ext uri="{FF2B5EF4-FFF2-40B4-BE49-F238E27FC236}">
                  <a16:creationId xmlns:a16="http://schemas.microsoft.com/office/drawing/2014/main" id="{24DE202E-8EAD-3F51-04D6-80782B229185}"/>
                </a:ext>
              </a:extLst>
            </p:cNvPr>
            <p:cNvSpPr/>
            <p:nvPr/>
          </p:nvSpPr>
          <p:spPr>
            <a:xfrm>
              <a:off x="7277125" y="4280700"/>
              <a:ext cx="215575" cy="215575"/>
            </a:xfrm>
            <a:custGeom>
              <a:avLst/>
              <a:gdLst/>
              <a:ahLst/>
              <a:cxnLst/>
              <a:rect l="l" t="t" r="r" b="b"/>
              <a:pathLst>
                <a:path w="8623" h="8623" extrusionOk="0">
                  <a:moveTo>
                    <a:pt x="4312" y="1"/>
                  </a:moveTo>
                  <a:cubicBezTo>
                    <a:pt x="1931" y="1"/>
                    <a:pt x="1" y="1931"/>
                    <a:pt x="1" y="4312"/>
                  </a:cubicBezTo>
                  <a:cubicBezTo>
                    <a:pt x="1" y="6693"/>
                    <a:pt x="1931" y="8623"/>
                    <a:pt x="4312" y="8623"/>
                  </a:cubicBezTo>
                  <a:cubicBezTo>
                    <a:pt x="6693" y="8623"/>
                    <a:pt x="8623" y="6693"/>
                    <a:pt x="8623" y="4312"/>
                  </a:cubicBezTo>
                  <a:cubicBezTo>
                    <a:pt x="8623" y="1931"/>
                    <a:pt x="6693" y="1"/>
                    <a:pt x="43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25;p73">
              <a:extLst>
                <a:ext uri="{FF2B5EF4-FFF2-40B4-BE49-F238E27FC236}">
                  <a16:creationId xmlns:a16="http://schemas.microsoft.com/office/drawing/2014/main" id="{9B44A6B5-0E58-CD7E-E53B-74068E80B89A}"/>
                </a:ext>
              </a:extLst>
            </p:cNvPr>
            <p:cNvSpPr/>
            <p:nvPr/>
          </p:nvSpPr>
          <p:spPr>
            <a:xfrm>
              <a:off x="7297175" y="4300750"/>
              <a:ext cx="175475" cy="175475"/>
            </a:xfrm>
            <a:custGeom>
              <a:avLst/>
              <a:gdLst/>
              <a:ahLst/>
              <a:cxnLst/>
              <a:rect l="l" t="t" r="r" b="b"/>
              <a:pathLst>
                <a:path w="7019" h="7019" extrusionOk="0">
                  <a:moveTo>
                    <a:pt x="3510" y="1"/>
                  </a:moveTo>
                  <a:cubicBezTo>
                    <a:pt x="1555" y="1"/>
                    <a:pt x="1" y="1580"/>
                    <a:pt x="1" y="3510"/>
                  </a:cubicBezTo>
                  <a:cubicBezTo>
                    <a:pt x="1" y="5440"/>
                    <a:pt x="1555" y="7019"/>
                    <a:pt x="3510" y="7019"/>
                  </a:cubicBezTo>
                  <a:cubicBezTo>
                    <a:pt x="5440" y="7019"/>
                    <a:pt x="7019" y="5440"/>
                    <a:pt x="7019" y="3510"/>
                  </a:cubicBezTo>
                  <a:cubicBezTo>
                    <a:pt x="7019" y="1580"/>
                    <a:pt x="5440" y="1"/>
                    <a:pt x="35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26;p73">
              <a:extLst>
                <a:ext uri="{FF2B5EF4-FFF2-40B4-BE49-F238E27FC236}">
                  <a16:creationId xmlns:a16="http://schemas.microsoft.com/office/drawing/2014/main" id="{C16748CA-5E1C-569D-3BD5-3D17BD27FD28}"/>
                </a:ext>
              </a:extLst>
            </p:cNvPr>
            <p:cNvSpPr/>
            <p:nvPr/>
          </p:nvSpPr>
          <p:spPr>
            <a:xfrm>
              <a:off x="7354825" y="4358400"/>
              <a:ext cx="59550" cy="60175"/>
            </a:xfrm>
            <a:custGeom>
              <a:avLst/>
              <a:gdLst/>
              <a:ahLst/>
              <a:cxnLst/>
              <a:rect l="l" t="t" r="r" b="b"/>
              <a:pathLst>
                <a:path w="2382" h="2407" extrusionOk="0">
                  <a:moveTo>
                    <a:pt x="1204" y="1"/>
                  </a:moveTo>
                  <a:cubicBezTo>
                    <a:pt x="527" y="1"/>
                    <a:pt x="1" y="552"/>
                    <a:pt x="1" y="1204"/>
                  </a:cubicBezTo>
                  <a:cubicBezTo>
                    <a:pt x="1" y="1855"/>
                    <a:pt x="527" y="2407"/>
                    <a:pt x="1204" y="2407"/>
                  </a:cubicBezTo>
                  <a:cubicBezTo>
                    <a:pt x="1855" y="2407"/>
                    <a:pt x="2382" y="1855"/>
                    <a:pt x="2382" y="1204"/>
                  </a:cubicBezTo>
                  <a:cubicBezTo>
                    <a:pt x="2382" y="552"/>
                    <a:pt x="1855" y="1"/>
                    <a:pt x="12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27;p73">
              <a:extLst>
                <a:ext uri="{FF2B5EF4-FFF2-40B4-BE49-F238E27FC236}">
                  <a16:creationId xmlns:a16="http://schemas.microsoft.com/office/drawing/2014/main" id="{2FFA7ED4-2894-3BA5-24C7-E47A881BC905}"/>
                </a:ext>
              </a:extLst>
            </p:cNvPr>
            <p:cNvSpPr/>
            <p:nvPr/>
          </p:nvSpPr>
          <p:spPr>
            <a:xfrm>
              <a:off x="6880525" y="4256900"/>
              <a:ext cx="108425" cy="137875"/>
            </a:xfrm>
            <a:custGeom>
              <a:avLst/>
              <a:gdLst/>
              <a:ahLst/>
              <a:cxnLst/>
              <a:rect l="l" t="t" r="r" b="b"/>
              <a:pathLst>
                <a:path w="4337" h="5515" extrusionOk="0">
                  <a:moveTo>
                    <a:pt x="4336" y="1"/>
                  </a:moveTo>
                  <a:lnTo>
                    <a:pt x="0" y="251"/>
                  </a:lnTo>
                  <a:lnTo>
                    <a:pt x="0" y="5514"/>
                  </a:lnTo>
                  <a:lnTo>
                    <a:pt x="4336" y="4863"/>
                  </a:lnTo>
                  <a:lnTo>
                    <a:pt x="43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928;p73">
              <a:extLst>
                <a:ext uri="{FF2B5EF4-FFF2-40B4-BE49-F238E27FC236}">
                  <a16:creationId xmlns:a16="http://schemas.microsoft.com/office/drawing/2014/main" id="{C205581A-D1ED-AC58-52F0-A7EEA7586AD4}"/>
                </a:ext>
              </a:extLst>
            </p:cNvPr>
            <p:cNvSpPr/>
            <p:nvPr/>
          </p:nvSpPr>
          <p:spPr>
            <a:xfrm>
              <a:off x="5930000" y="4051375"/>
              <a:ext cx="394775" cy="186750"/>
            </a:xfrm>
            <a:custGeom>
              <a:avLst/>
              <a:gdLst/>
              <a:ahLst/>
              <a:cxnLst/>
              <a:rect l="l" t="t" r="r" b="b"/>
              <a:pathLst>
                <a:path w="15791" h="7470" extrusionOk="0">
                  <a:moveTo>
                    <a:pt x="252" y="1"/>
                  </a:moveTo>
                  <a:cubicBezTo>
                    <a:pt x="176" y="1"/>
                    <a:pt x="101" y="26"/>
                    <a:pt x="51" y="101"/>
                  </a:cubicBezTo>
                  <a:cubicBezTo>
                    <a:pt x="51" y="101"/>
                    <a:pt x="1" y="252"/>
                    <a:pt x="527" y="502"/>
                  </a:cubicBezTo>
                  <a:lnTo>
                    <a:pt x="7394" y="3760"/>
                  </a:lnTo>
                  <a:lnTo>
                    <a:pt x="9600" y="4788"/>
                  </a:lnTo>
                  <a:lnTo>
                    <a:pt x="15214" y="7470"/>
                  </a:lnTo>
                  <a:lnTo>
                    <a:pt x="15791" y="5540"/>
                  </a:lnTo>
                  <a:lnTo>
                    <a:pt x="4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929;p73">
              <a:extLst>
                <a:ext uri="{FF2B5EF4-FFF2-40B4-BE49-F238E27FC236}">
                  <a16:creationId xmlns:a16="http://schemas.microsoft.com/office/drawing/2014/main" id="{1C1EEDC5-0766-8BEB-CF15-19D99953CAB0}"/>
                </a:ext>
              </a:extLst>
            </p:cNvPr>
            <p:cNvSpPr/>
            <p:nvPr/>
          </p:nvSpPr>
          <p:spPr>
            <a:xfrm>
              <a:off x="5936275" y="4051375"/>
              <a:ext cx="388500" cy="158550"/>
            </a:xfrm>
            <a:custGeom>
              <a:avLst/>
              <a:gdLst/>
              <a:ahLst/>
              <a:cxnLst/>
              <a:rect l="l" t="t" r="r" b="b"/>
              <a:pathLst>
                <a:path w="15540" h="6342" extrusionOk="0">
                  <a:moveTo>
                    <a:pt x="1" y="1"/>
                  </a:moveTo>
                  <a:lnTo>
                    <a:pt x="15314" y="6342"/>
                  </a:lnTo>
                  <a:lnTo>
                    <a:pt x="15540" y="5540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30;p73">
              <a:extLst>
                <a:ext uri="{FF2B5EF4-FFF2-40B4-BE49-F238E27FC236}">
                  <a16:creationId xmlns:a16="http://schemas.microsoft.com/office/drawing/2014/main" id="{A418EB95-DB71-AA54-4356-DE554F276D62}"/>
                </a:ext>
              </a:extLst>
            </p:cNvPr>
            <p:cNvSpPr/>
            <p:nvPr/>
          </p:nvSpPr>
          <p:spPr>
            <a:xfrm>
              <a:off x="6096050" y="4360325"/>
              <a:ext cx="106550" cy="127775"/>
            </a:xfrm>
            <a:custGeom>
              <a:avLst/>
              <a:gdLst/>
              <a:ahLst/>
              <a:cxnLst/>
              <a:rect l="l" t="t" r="r" b="b"/>
              <a:pathLst>
                <a:path w="4262" h="5111" extrusionOk="0">
                  <a:moveTo>
                    <a:pt x="4061" y="0"/>
                  </a:moveTo>
                  <a:cubicBezTo>
                    <a:pt x="3907" y="0"/>
                    <a:pt x="3636" y="210"/>
                    <a:pt x="3384" y="525"/>
                  </a:cubicBezTo>
                  <a:lnTo>
                    <a:pt x="427" y="4260"/>
                  </a:lnTo>
                  <a:cubicBezTo>
                    <a:pt x="126" y="4610"/>
                    <a:pt x="1" y="4986"/>
                    <a:pt x="126" y="5087"/>
                  </a:cubicBezTo>
                  <a:cubicBezTo>
                    <a:pt x="146" y="5103"/>
                    <a:pt x="172" y="5111"/>
                    <a:pt x="202" y="5111"/>
                  </a:cubicBezTo>
                  <a:cubicBezTo>
                    <a:pt x="356" y="5111"/>
                    <a:pt x="626" y="4905"/>
                    <a:pt x="878" y="4610"/>
                  </a:cubicBezTo>
                  <a:lnTo>
                    <a:pt x="3835" y="876"/>
                  </a:lnTo>
                  <a:cubicBezTo>
                    <a:pt x="4136" y="500"/>
                    <a:pt x="4261" y="124"/>
                    <a:pt x="4136" y="24"/>
                  </a:cubicBezTo>
                  <a:cubicBezTo>
                    <a:pt x="4116" y="8"/>
                    <a:pt x="4090" y="0"/>
                    <a:pt x="40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31;p73">
              <a:extLst>
                <a:ext uri="{FF2B5EF4-FFF2-40B4-BE49-F238E27FC236}">
                  <a16:creationId xmlns:a16="http://schemas.microsoft.com/office/drawing/2014/main" id="{09200F59-38FB-8495-B1F5-FE18073CD92B}"/>
                </a:ext>
              </a:extLst>
            </p:cNvPr>
            <p:cNvSpPr/>
            <p:nvPr/>
          </p:nvSpPr>
          <p:spPr>
            <a:xfrm>
              <a:off x="6074750" y="4453025"/>
              <a:ext cx="24450" cy="187350"/>
            </a:xfrm>
            <a:custGeom>
              <a:avLst/>
              <a:gdLst/>
              <a:ahLst/>
              <a:cxnLst/>
              <a:rect l="l" t="t" r="r" b="b"/>
              <a:pathLst>
                <a:path w="978" h="7494" extrusionOk="0">
                  <a:moveTo>
                    <a:pt x="502" y="0"/>
                  </a:moveTo>
                  <a:cubicBezTo>
                    <a:pt x="226" y="0"/>
                    <a:pt x="0" y="226"/>
                    <a:pt x="0" y="501"/>
                  </a:cubicBezTo>
                  <a:lnTo>
                    <a:pt x="0" y="7018"/>
                  </a:lnTo>
                  <a:cubicBezTo>
                    <a:pt x="0" y="7268"/>
                    <a:pt x="226" y="7494"/>
                    <a:pt x="502" y="7494"/>
                  </a:cubicBezTo>
                  <a:cubicBezTo>
                    <a:pt x="777" y="7494"/>
                    <a:pt x="978" y="7268"/>
                    <a:pt x="978" y="7018"/>
                  </a:cubicBezTo>
                  <a:lnTo>
                    <a:pt x="978" y="501"/>
                  </a:lnTo>
                  <a:cubicBezTo>
                    <a:pt x="978" y="226"/>
                    <a:pt x="777" y="0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32;p73">
              <a:extLst>
                <a:ext uri="{FF2B5EF4-FFF2-40B4-BE49-F238E27FC236}">
                  <a16:creationId xmlns:a16="http://schemas.microsoft.com/office/drawing/2014/main" id="{AF380B1B-D7B8-74D7-B2F0-3DD8C5225609}"/>
                </a:ext>
              </a:extLst>
            </p:cNvPr>
            <p:cNvSpPr/>
            <p:nvPr/>
          </p:nvSpPr>
          <p:spPr>
            <a:xfrm>
              <a:off x="6061600" y="4333350"/>
              <a:ext cx="51400" cy="221825"/>
            </a:xfrm>
            <a:custGeom>
              <a:avLst/>
              <a:gdLst/>
              <a:ahLst/>
              <a:cxnLst/>
              <a:rect l="l" t="t" r="r" b="b"/>
              <a:pathLst>
                <a:path w="2056" h="8873" extrusionOk="0">
                  <a:moveTo>
                    <a:pt x="1028" y="0"/>
                  </a:moveTo>
                  <a:cubicBezTo>
                    <a:pt x="451" y="0"/>
                    <a:pt x="0" y="451"/>
                    <a:pt x="0" y="1028"/>
                  </a:cubicBezTo>
                  <a:lnTo>
                    <a:pt x="0" y="8346"/>
                  </a:lnTo>
                  <a:cubicBezTo>
                    <a:pt x="0" y="8647"/>
                    <a:pt x="226" y="8872"/>
                    <a:pt x="501" y="8872"/>
                  </a:cubicBezTo>
                  <a:lnTo>
                    <a:pt x="1529" y="8872"/>
                  </a:lnTo>
                  <a:cubicBezTo>
                    <a:pt x="1830" y="8872"/>
                    <a:pt x="2055" y="8647"/>
                    <a:pt x="2055" y="8346"/>
                  </a:cubicBezTo>
                  <a:lnTo>
                    <a:pt x="2055" y="1028"/>
                  </a:lnTo>
                  <a:cubicBezTo>
                    <a:pt x="2055" y="451"/>
                    <a:pt x="1579" y="0"/>
                    <a:pt x="1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933;p73">
              <a:extLst>
                <a:ext uri="{FF2B5EF4-FFF2-40B4-BE49-F238E27FC236}">
                  <a16:creationId xmlns:a16="http://schemas.microsoft.com/office/drawing/2014/main" id="{8A4D6CB3-C972-E807-4017-1074E7BCE721}"/>
                </a:ext>
              </a:extLst>
            </p:cNvPr>
            <p:cNvSpPr/>
            <p:nvPr/>
          </p:nvSpPr>
          <p:spPr>
            <a:xfrm>
              <a:off x="6030275" y="4622200"/>
              <a:ext cx="120950" cy="25075"/>
            </a:xfrm>
            <a:custGeom>
              <a:avLst/>
              <a:gdLst/>
              <a:ahLst/>
              <a:cxnLst/>
              <a:rect l="l" t="t" r="r" b="b"/>
              <a:pathLst>
                <a:path w="4838" h="1003" extrusionOk="0">
                  <a:moveTo>
                    <a:pt x="0" y="0"/>
                  </a:moveTo>
                  <a:lnTo>
                    <a:pt x="0" y="1003"/>
                  </a:lnTo>
                  <a:lnTo>
                    <a:pt x="4837" y="1003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934;p73">
              <a:extLst>
                <a:ext uri="{FF2B5EF4-FFF2-40B4-BE49-F238E27FC236}">
                  <a16:creationId xmlns:a16="http://schemas.microsoft.com/office/drawing/2014/main" id="{A0B71803-9C9E-5BF1-A816-67F7799F0127}"/>
                </a:ext>
              </a:extLst>
            </p:cNvPr>
            <p:cNvSpPr/>
            <p:nvPr/>
          </p:nvSpPr>
          <p:spPr>
            <a:xfrm>
              <a:off x="5985150" y="4573325"/>
              <a:ext cx="67700" cy="122200"/>
            </a:xfrm>
            <a:custGeom>
              <a:avLst/>
              <a:gdLst/>
              <a:ahLst/>
              <a:cxnLst/>
              <a:rect l="l" t="t" r="r" b="b"/>
              <a:pathLst>
                <a:path w="2708" h="4888" extrusionOk="0">
                  <a:moveTo>
                    <a:pt x="1354" y="0"/>
                  </a:moveTo>
                  <a:cubicBezTo>
                    <a:pt x="602" y="0"/>
                    <a:pt x="0" y="602"/>
                    <a:pt x="0" y="1354"/>
                  </a:cubicBezTo>
                  <a:lnTo>
                    <a:pt x="0" y="3559"/>
                  </a:lnTo>
                  <a:cubicBezTo>
                    <a:pt x="0" y="4286"/>
                    <a:pt x="602" y="4887"/>
                    <a:pt x="1354" y="4887"/>
                  </a:cubicBezTo>
                  <a:cubicBezTo>
                    <a:pt x="2106" y="4887"/>
                    <a:pt x="2707" y="4286"/>
                    <a:pt x="2707" y="3559"/>
                  </a:cubicBezTo>
                  <a:lnTo>
                    <a:pt x="2707" y="1354"/>
                  </a:lnTo>
                  <a:cubicBezTo>
                    <a:pt x="2707" y="602"/>
                    <a:pt x="2106" y="0"/>
                    <a:pt x="1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35;p73">
              <a:extLst>
                <a:ext uri="{FF2B5EF4-FFF2-40B4-BE49-F238E27FC236}">
                  <a16:creationId xmlns:a16="http://schemas.microsoft.com/office/drawing/2014/main" id="{8BDB52E4-E172-8F45-D8EF-2D8E6BC7A3D0}"/>
                </a:ext>
              </a:extLst>
            </p:cNvPr>
            <p:cNvSpPr/>
            <p:nvPr/>
          </p:nvSpPr>
          <p:spPr>
            <a:xfrm>
              <a:off x="6123625" y="4573325"/>
              <a:ext cx="67075" cy="122200"/>
            </a:xfrm>
            <a:custGeom>
              <a:avLst/>
              <a:gdLst/>
              <a:ahLst/>
              <a:cxnLst/>
              <a:rect l="l" t="t" r="r" b="b"/>
              <a:pathLst>
                <a:path w="2683" h="4888" extrusionOk="0">
                  <a:moveTo>
                    <a:pt x="1354" y="0"/>
                  </a:moveTo>
                  <a:cubicBezTo>
                    <a:pt x="602" y="0"/>
                    <a:pt x="0" y="602"/>
                    <a:pt x="0" y="1354"/>
                  </a:cubicBezTo>
                  <a:lnTo>
                    <a:pt x="0" y="3559"/>
                  </a:lnTo>
                  <a:cubicBezTo>
                    <a:pt x="0" y="4286"/>
                    <a:pt x="602" y="4887"/>
                    <a:pt x="1354" y="4887"/>
                  </a:cubicBezTo>
                  <a:cubicBezTo>
                    <a:pt x="2081" y="4887"/>
                    <a:pt x="2682" y="4286"/>
                    <a:pt x="2682" y="3559"/>
                  </a:cubicBezTo>
                  <a:lnTo>
                    <a:pt x="2682" y="1354"/>
                  </a:lnTo>
                  <a:cubicBezTo>
                    <a:pt x="2682" y="602"/>
                    <a:pt x="2081" y="0"/>
                    <a:pt x="1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936;p73">
              <a:extLst>
                <a:ext uri="{FF2B5EF4-FFF2-40B4-BE49-F238E27FC236}">
                  <a16:creationId xmlns:a16="http://schemas.microsoft.com/office/drawing/2014/main" id="{48FBA0FE-ADD0-D15E-6D40-156EBC7583C9}"/>
                </a:ext>
              </a:extLst>
            </p:cNvPr>
            <p:cNvSpPr/>
            <p:nvPr/>
          </p:nvSpPr>
          <p:spPr>
            <a:xfrm>
              <a:off x="5074125" y="4206150"/>
              <a:ext cx="1095900" cy="188625"/>
            </a:xfrm>
            <a:custGeom>
              <a:avLst/>
              <a:gdLst/>
              <a:ahLst/>
              <a:cxnLst/>
              <a:rect l="l" t="t" r="r" b="b"/>
              <a:pathLst>
                <a:path w="43836" h="7545" extrusionOk="0">
                  <a:moveTo>
                    <a:pt x="827" y="0"/>
                  </a:moveTo>
                  <a:cubicBezTo>
                    <a:pt x="827" y="0"/>
                    <a:pt x="652" y="26"/>
                    <a:pt x="451" y="76"/>
                  </a:cubicBezTo>
                  <a:cubicBezTo>
                    <a:pt x="276" y="151"/>
                    <a:pt x="75" y="301"/>
                    <a:pt x="0" y="527"/>
                  </a:cubicBezTo>
                  <a:cubicBezTo>
                    <a:pt x="0" y="527"/>
                    <a:pt x="0" y="953"/>
                    <a:pt x="1504" y="1153"/>
                  </a:cubicBezTo>
                  <a:lnTo>
                    <a:pt x="21329" y="4136"/>
                  </a:lnTo>
                  <a:lnTo>
                    <a:pt x="27619" y="5088"/>
                  </a:lnTo>
                  <a:lnTo>
                    <a:pt x="43835" y="7544"/>
                  </a:lnTo>
                  <a:lnTo>
                    <a:pt x="43835" y="2281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937;p73">
              <a:extLst>
                <a:ext uri="{FF2B5EF4-FFF2-40B4-BE49-F238E27FC236}">
                  <a16:creationId xmlns:a16="http://schemas.microsoft.com/office/drawing/2014/main" id="{BAFEA05A-6B82-3E0F-BDDE-6FF1A94E9AD6}"/>
                </a:ext>
              </a:extLst>
            </p:cNvPr>
            <p:cNvSpPr/>
            <p:nvPr/>
          </p:nvSpPr>
          <p:spPr>
            <a:xfrm>
              <a:off x="5085400" y="4206150"/>
              <a:ext cx="1084625" cy="112175"/>
            </a:xfrm>
            <a:custGeom>
              <a:avLst/>
              <a:gdLst/>
              <a:ahLst/>
              <a:cxnLst/>
              <a:rect l="l" t="t" r="r" b="b"/>
              <a:pathLst>
                <a:path w="43385" h="4487" extrusionOk="0">
                  <a:moveTo>
                    <a:pt x="376" y="0"/>
                  </a:moveTo>
                  <a:cubicBezTo>
                    <a:pt x="376" y="0"/>
                    <a:pt x="201" y="26"/>
                    <a:pt x="0" y="76"/>
                  </a:cubicBezTo>
                  <a:lnTo>
                    <a:pt x="43384" y="4487"/>
                  </a:lnTo>
                  <a:lnTo>
                    <a:pt x="43384" y="2281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938;p73">
              <a:extLst>
                <a:ext uri="{FF2B5EF4-FFF2-40B4-BE49-F238E27FC236}">
                  <a16:creationId xmlns:a16="http://schemas.microsoft.com/office/drawing/2014/main" id="{1E6074B4-5939-94A9-E336-2439F77058D3}"/>
                </a:ext>
              </a:extLst>
            </p:cNvPr>
            <p:cNvSpPr/>
            <p:nvPr/>
          </p:nvSpPr>
          <p:spPr>
            <a:xfrm>
              <a:off x="5582275" y="4270675"/>
              <a:ext cx="186725" cy="62700"/>
            </a:xfrm>
            <a:custGeom>
              <a:avLst/>
              <a:gdLst/>
              <a:ahLst/>
              <a:cxnLst/>
              <a:rect l="l" t="t" r="r" b="b"/>
              <a:pathLst>
                <a:path w="7469" h="2508" extrusionOk="0">
                  <a:moveTo>
                    <a:pt x="3333" y="1"/>
                  </a:moveTo>
                  <a:cubicBezTo>
                    <a:pt x="2030" y="1"/>
                    <a:pt x="852" y="527"/>
                    <a:pt x="0" y="1379"/>
                  </a:cubicBezTo>
                  <a:lnTo>
                    <a:pt x="7469" y="2507"/>
                  </a:lnTo>
                  <a:cubicBezTo>
                    <a:pt x="6692" y="1028"/>
                    <a:pt x="5138" y="1"/>
                    <a:pt x="3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939;p73">
              <a:extLst>
                <a:ext uri="{FF2B5EF4-FFF2-40B4-BE49-F238E27FC236}">
                  <a16:creationId xmlns:a16="http://schemas.microsoft.com/office/drawing/2014/main" id="{E2EF6A3E-CB25-02AC-552A-56BFE0178A50}"/>
                </a:ext>
              </a:extLst>
            </p:cNvPr>
            <p:cNvSpPr/>
            <p:nvPr/>
          </p:nvSpPr>
          <p:spPr>
            <a:xfrm>
              <a:off x="5557825" y="4280700"/>
              <a:ext cx="215575" cy="215575"/>
            </a:xfrm>
            <a:custGeom>
              <a:avLst/>
              <a:gdLst/>
              <a:ahLst/>
              <a:cxnLst/>
              <a:rect l="l" t="t" r="r" b="b"/>
              <a:pathLst>
                <a:path w="8623" h="8623" extrusionOk="0">
                  <a:moveTo>
                    <a:pt x="4311" y="1"/>
                  </a:moveTo>
                  <a:cubicBezTo>
                    <a:pt x="1931" y="1"/>
                    <a:pt x="1" y="1931"/>
                    <a:pt x="1" y="4312"/>
                  </a:cubicBezTo>
                  <a:cubicBezTo>
                    <a:pt x="1" y="6693"/>
                    <a:pt x="1931" y="8623"/>
                    <a:pt x="4311" y="8623"/>
                  </a:cubicBezTo>
                  <a:cubicBezTo>
                    <a:pt x="6692" y="8623"/>
                    <a:pt x="8622" y="6693"/>
                    <a:pt x="8622" y="4312"/>
                  </a:cubicBezTo>
                  <a:cubicBezTo>
                    <a:pt x="8622" y="1931"/>
                    <a:pt x="6692" y="1"/>
                    <a:pt x="4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940;p73">
              <a:extLst>
                <a:ext uri="{FF2B5EF4-FFF2-40B4-BE49-F238E27FC236}">
                  <a16:creationId xmlns:a16="http://schemas.microsoft.com/office/drawing/2014/main" id="{401C0854-F4FA-E996-FC38-A659677060E2}"/>
                </a:ext>
              </a:extLst>
            </p:cNvPr>
            <p:cNvSpPr/>
            <p:nvPr/>
          </p:nvSpPr>
          <p:spPr>
            <a:xfrm>
              <a:off x="5577250" y="4300750"/>
              <a:ext cx="176100" cy="175475"/>
            </a:xfrm>
            <a:custGeom>
              <a:avLst/>
              <a:gdLst/>
              <a:ahLst/>
              <a:cxnLst/>
              <a:rect l="l" t="t" r="r" b="b"/>
              <a:pathLst>
                <a:path w="7044" h="7019" extrusionOk="0">
                  <a:moveTo>
                    <a:pt x="3534" y="1"/>
                  </a:moveTo>
                  <a:cubicBezTo>
                    <a:pt x="1580" y="1"/>
                    <a:pt x="1" y="1580"/>
                    <a:pt x="1" y="3510"/>
                  </a:cubicBezTo>
                  <a:cubicBezTo>
                    <a:pt x="1" y="5440"/>
                    <a:pt x="1580" y="7019"/>
                    <a:pt x="3534" y="7019"/>
                  </a:cubicBezTo>
                  <a:cubicBezTo>
                    <a:pt x="5464" y="7019"/>
                    <a:pt x="7043" y="5440"/>
                    <a:pt x="7043" y="3510"/>
                  </a:cubicBezTo>
                  <a:cubicBezTo>
                    <a:pt x="7043" y="1580"/>
                    <a:pt x="5464" y="1"/>
                    <a:pt x="3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941;p73">
              <a:extLst>
                <a:ext uri="{FF2B5EF4-FFF2-40B4-BE49-F238E27FC236}">
                  <a16:creationId xmlns:a16="http://schemas.microsoft.com/office/drawing/2014/main" id="{350F70A5-5149-5626-33F7-AB6B7E219202}"/>
                </a:ext>
              </a:extLst>
            </p:cNvPr>
            <p:cNvSpPr/>
            <p:nvPr/>
          </p:nvSpPr>
          <p:spPr>
            <a:xfrm>
              <a:off x="5635525" y="4358400"/>
              <a:ext cx="59550" cy="60175"/>
            </a:xfrm>
            <a:custGeom>
              <a:avLst/>
              <a:gdLst/>
              <a:ahLst/>
              <a:cxnLst/>
              <a:rect l="l" t="t" r="r" b="b"/>
              <a:pathLst>
                <a:path w="2382" h="2407" extrusionOk="0">
                  <a:moveTo>
                    <a:pt x="1203" y="1"/>
                  </a:moveTo>
                  <a:cubicBezTo>
                    <a:pt x="527" y="1"/>
                    <a:pt x="0" y="552"/>
                    <a:pt x="0" y="1204"/>
                  </a:cubicBezTo>
                  <a:cubicBezTo>
                    <a:pt x="0" y="1855"/>
                    <a:pt x="527" y="2407"/>
                    <a:pt x="1203" y="2407"/>
                  </a:cubicBezTo>
                  <a:cubicBezTo>
                    <a:pt x="1855" y="2407"/>
                    <a:pt x="2381" y="1855"/>
                    <a:pt x="2381" y="1204"/>
                  </a:cubicBezTo>
                  <a:cubicBezTo>
                    <a:pt x="2381" y="552"/>
                    <a:pt x="1855" y="1"/>
                    <a:pt x="12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942;p73">
              <a:extLst>
                <a:ext uri="{FF2B5EF4-FFF2-40B4-BE49-F238E27FC236}">
                  <a16:creationId xmlns:a16="http://schemas.microsoft.com/office/drawing/2014/main" id="{B6C8426B-7BBC-27C9-69C0-10067C771992}"/>
                </a:ext>
              </a:extLst>
            </p:cNvPr>
            <p:cNvSpPr/>
            <p:nvPr/>
          </p:nvSpPr>
          <p:spPr>
            <a:xfrm>
              <a:off x="6061600" y="4256900"/>
              <a:ext cx="108425" cy="137875"/>
            </a:xfrm>
            <a:custGeom>
              <a:avLst/>
              <a:gdLst/>
              <a:ahLst/>
              <a:cxnLst/>
              <a:rect l="l" t="t" r="r" b="b"/>
              <a:pathLst>
                <a:path w="4337" h="5515" extrusionOk="0">
                  <a:moveTo>
                    <a:pt x="0" y="1"/>
                  </a:moveTo>
                  <a:lnTo>
                    <a:pt x="0" y="4863"/>
                  </a:lnTo>
                  <a:lnTo>
                    <a:pt x="4336" y="5514"/>
                  </a:lnTo>
                  <a:lnTo>
                    <a:pt x="4336" y="2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943;p73">
              <a:extLst>
                <a:ext uri="{FF2B5EF4-FFF2-40B4-BE49-F238E27FC236}">
                  <a16:creationId xmlns:a16="http://schemas.microsoft.com/office/drawing/2014/main" id="{0F7F5CC8-44BB-5101-4AE3-31E2B3305C91}"/>
                </a:ext>
              </a:extLst>
            </p:cNvPr>
            <p:cNvSpPr/>
            <p:nvPr/>
          </p:nvSpPr>
          <p:spPr>
            <a:xfrm>
              <a:off x="6129875" y="3922950"/>
              <a:ext cx="774475" cy="730825"/>
            </a:xfrm>
            <a:custGeom>
              <a:avLst/>
              <a:gdLst/>
              <a:ahLst/>
              <a:cxnLst/>
              <a:rect l="l" t="t" r="r" b="b"/>
              <a:pathLst>
                <a:path w="30979" h="29233" extrusionOk="0">
                  <a:moveTo>
                    <a:pt x="16392" y="0"/>
                  </a:moveTo>
                  <a:cubicBezTo>
                    <a:pt x="15314" y="0"/>
                    <a:pt x="14262" y="176"/>
                    <a:pt x="13259" y="476"/>
                  </a:cubicBezTo>
                  <a:cubicBezTo>
                    <a:pt x="7796" y="1228"/>
                    <a:pt x="3585" y="5288"/>
                    <a:pt x="1831" y="10501"/>
                  </a:cubicBezTo>
                  <a:cubicBezTo>
                    <a:pt x="1" y="15915"/>
                    <a:pt x="1229" y="22306"/>
                    <a:pt x="5841" y="25940"/>
                  </a:cubicBezTo>
                  <a:cubicBezTo>
                    <a:pt x="5841" y="25965"/>
                    <a:pt x="5866" y="25965"/>
                    <a:pt x="5866" y="25990"/>
                  </a:cubicBezTo>
                  <a:cubicBezTo>
                    <a:pt x="8694" y="28208"/>
                    <a:pt x="12125" y="29233"/>
                    <a:pt x="15530" y="29233"/>
                  </a:cubicBezTo>
                  <a:cubicBezTo>
                    <a:pt x="19244" y="29233"/>
                    <a:pt x="22928" y="28013"/>
                    <a:pt x="25766" y="25790"/>
                  </a:cubicBezTo>
                  <a:cubicBezTo>
                    <a:pt x="28823" y="23359"/>
                    <a:pt x="30903" y="19775"/>
                    <a:pt x="30954" y="15263"/>
                  </a:cubicBezTo>
                  <a:cubicBezTo>
                    <a:pt x="30979" y="13634"/>
                    <a:pt x="30728" y="12030"/>
                    <a:pt x="30202" y="10501"/>
                  </a:cubicBezTo>
                  <a:cubicBezTo>
                    <a:pt x="28648" y="5915"/>
                    <a:pt x="25189" y="2181"/>
                    <a:pt x="20628" y="877"/>
                  </a:cubicBezTo>
                  <a:cubicBezTo>
                    <a:pt x="19324" y="301"/>
                    <a:pt x="17896" y="0"/>
                    <a:pt x="163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944;p73">
              <a:extLst>
                <a:ext uri="{FF2B5EF4-FFF2-40B4-BE49-F238E27FC236}">
                  <a16:creationId xmlns:a16="http://schemas.microsoft.com/office/drawing/2014/main" id="{74A03923-C149-B9A6-F0FE-98EB10EC538A}"/>
                </a:ext>
              </a:extLst>
            </p:cNvPr>
            <p:cNvSpPr/>
            <p:nvPr/>
          </p:nvSpPr>
          <p:spPr>
            <a:xfrm>
              <a:off x="6275875" y="4527575"/>
              <a:ext cx="498150" cy="126200"/>
            </a:xfrm>
            <a:custGeom>
              <a:avLst/>
              <a:gdLst/>
              <a:ahLst/>
              <a:cxnLst/>
              <a:rect l="l" t="t" r="r" b="b"/>
              <a:pathLst>
                <a:path w="19926" h="5048" extrusionOk="0">
                  <a:moveTo>
                    <a:pt x="10176" y="1"/>
                  </a:moveTo>
                  <a:cubicBezTo>
                    <a:pt x="6216" y="1"/>
                    <a:pt x="2607" y="677"/>
                    <a:pt x="1" y="1755"/>
                  </a:cubicBezTo>
                  <a:cubicBezTo>
                    <a:pt x="1" y="1780"/>
                    <a:pt x="26" y="1780"/>
                    <a:pt x="26" y="1805"/>
                  </a:cubicBezTo>
                  <a:cubicBezTo>
                    <a:pt x="2854" y="4023"/>
                    <a:pt x="6285" y="5048"/>
                    <a:pt x="9690" y="5048"/>
                  </a:cubicBezTo>
                  <a:cubicBezTo>
                    <a:pt x="13404" y="5048"/>
                    <a:pt x="17088" y="3828"/>
                    <a:pt x="19926" y="1605"/>
                  </a:cubicBezTo>
                  <a:cubicBezTo>
                    <a:pt x="17344" y="602"/>
                    <a:pt x="13910" y="1"/>
                    <a:pt x="101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945;p73">
              <a:extLst>
                <a:ext uri="{FF2B5EF4-FFF2-40B4-BE49-F238E27FC236}">
                  <a16:creationId xmlns:a16="http://schemas.microsoft.com/office/drawing/2014/main" id="{7E8DDB81-1DB8-DC30-30FF-FABE13CFFC9F}"/>
                </a:ext>
              </a:extLst>
            </p:cNvPr>
            <p:cNvSpPr/>
            <p:nvPr/>
          </p:nvSpPr>
          <p:spPr>
            <a:xfrm>
              <a:off x="6267100" y="4025900"/>
              <a:ext cx="525100" cy="441550"/>
            </a:xfrm>
            <a:custGeom>
              <a:avLst/>
              <a:gdLst/>
              <a:ahLst/>
              <a:cxnLst/>
              <a:rect l="l" t="t" r="r" b="b"/>
              <a:pathLst>
                <a:path w="21004" h="17662" extrusionOk="0">
                  <a:moveTo>
                    <a:pt x="10659" y="1"/>
                  </a:moveTo>
                  <a:cubicBezTo>
                    <a:pt x="10479" y="1"/>
                    <a:pt x="10303" y="7"/>
                    <a:pt x="10126" y="17"/>
                  </a:cubicBezTo>
                  <a:cubicBezTo>
                    <a:pt x="4537" y="218"/>
                    <a:pt x="1" y="5055"/>
                    <a:pt x="1" y="10819"/>
                  </a:cubicBezTo>
                  <a:lnTo>
                    <a:pt x="1" y="11872"/>
                  </a:lnTo>
                  <a:cubicBezTo>
                    <a:pt x="1" y="15055"/>
                    <a:pt x="2582" y="17662"/>
                    <a:pt x="5790" y="17662"/>
                  </a:cubicBezTo>
                  <a:lnTo>
                    <a:pt x="15214" y="17662"/>
                  </a:lnTo>
                  <a:cubicBezTo>
                    <a:pt x="18422" y="17662"/>
                    <a:pt x="21003" y="15055"/>
                    <a:pt x="21003" y="11872"/>
                  </a:cubicBezTo>
                  <a:lnTo>
                    <a:pt x="21003" y="10719"/>
                  </a:lnTo>
                  <a:cubicBezTo>
                    <a:pt x="21003" y="5256"/>
                    <a:pt x="16893" y="594"/>
                    <a:pt x="11454" y="42"/>
                  </a:cubicBezTo>
                  <a:cubicBezTo>
                    <a:pt x="11175" y="13"/>
                    <a:pt x="10914" y="1"/>
                    <a:pt x="106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46;p73">
              <a:extLst>
                <a:ext uri="{FF2B5EF4-FFF2-40B4-BE49-F238E27FC236}">
                  <a16:creationId xmlns:a16="http://schemas.microsoft.com/office/drawing/2014/main" id="{14A136E8-BB2E-E695-F0F8-5A491E84560E}"/>
                </a:ext>
              </a:extLst>
            </p:cNvPr>
            <p:cNvSpPr/>
            <p:nvPr/>
          </p:nvSpPr>
          <p:spPr>
            <a:xfrm>
              <a:off x="6268975" y="4080200"/>
              <a:ext cx="137875" cy="93400"/>
            </a:xfrm>
            <a:custGeom>
              <a:avLst/>
              <a:gdLst/>
              <a:ahLst/>
              <a:cxnLst/>
              <a:rect l="l" t="t" r="r" b="b"/>
              <a:pathLst>
                <a:path w="5515" h="3736" extrusionOk="0">
                  <a:moveTo>
                    <a:pt x="1881" y="1"/>
                  </a:moveTo>
                  <a:lnTo>
                    <a:pt x="1" y="3735"/>
                  </a:lnTo>
                  <a:lnTo>
                    <a:pt x="5515" y="3735"/>
                  </a:lnTo>
                  <a:lnTo>
                    <a:pt x="55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7;p73">
              <a:extLst>
                <a:ext uri="{FF2B5EF4-FFF2-40B4-BE49-F238E27FC236}">
                  <a16:creationId xmlns:a16="http://schemas.microsoft.com/office/drawing/2014/main" id="{3484B1D2-208A-7E50-C11F-D436FF5E8EE7}"/>
                </a:ext>
              </a:extLst>
            </p:cNvPr>
            <p:cNvSpPr/>
            <p:nvPr/>
          </p:nvSpPr>
          <p:spPr>
            <a:xfrm>
              <a:off x="6425625" y="4080200"/>
              <a:ext cx="201775" cy="93400"/>
            </a:xfrm>
            <a:custGeom>
              <a:avLst/>
              <a:gdLst/>
              <a:ahLst/>
              <a:cxnLst/>
              <a:rect l="l" t="t" r="r" b="b"/>
              <a:pathLst>
                <a:path w="8071" h="3736" extrusionOk="0">
                  <a:moveTo>
                    <a:pt x="1" y="1"/>
                  </a:moveTo>
                  <a:lnTo>
                    <a:pt x="1" y="3735"/>
                  </a:lnTo>
                  <a:lnTo>
                    <a:pt x="8071" y="3735"/>
                  </a:lnTo>
                  <a:lnTo>
                    <a:pt x="80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48;p73">
              <a:extLst>
                <a:ext uri="{FF2B5EF4-FFF2-40B4-BE49-F238E27FC236}">
                  <a16:creationId xmlns:a16="http://schemas.microsoft.com/office/drawing/2014/main" id="{A247F09B-D4BB-CBC2-78E9-3888D299192C}"/>
                </a:ext>
              </a:extLst>
            </p:cNvPr>
            <p:cNvSpPr/>
            <p:nvPr/>
          </p:nvSpPr>
          <p:spPr>
            <a:xfrm>
              <a:off x="6645550" y="4080200"/>
              <a:ext cx="144150" cy="93400"/>
            </a:xfrm>
            <a:custGeom>
              <a:avLst/>
              <a:gdLst/>
              <a:ahLst/>
              <a:cxnLst/>
              <a:rect l="l" t="t" r="r" b="b"/>
              <a:pathLst>
                <a:path w="5766" h="3736" extrusionOk="0">
                  <a:moveTo>
                    <a:pt x="1" y="1"/>
                  </a:moveTo>
                  <a:lnTo>
                    <a:pt x="1" y="3735"/>
                  </a:lnTo>
                  <a:lnTo>
                    <a:pt x="5765" y="3735"/>
                  </a:lnTo>
                  <a:lnTo>
                    <a:pt x="39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42"/>
          <p:cNvGrpSpPr/>
          <p:nvPr/>
        </p:nvGrpSpPr>
        <p:grpSpPr>
          <a:xfrm flipH="1">
            <a:off x="6141465" y="284788"/>
            <a:ext cx="1938012" cy="553286"/>
            <a:chOff x="2807398" y="2932781"/>
            <a:chExt cx="2040227" cy="582468"/>
          </a:xfrm>
        </p:grpSpPr>
        <p:sp>
          <p:nvSpPr>
            <p:cNvPr id="932" name="Google Shape;932;p42"/>
            <p:cNvSpPr/>
            <p:nvPr/>
          </p:nvSpPr>
          <p:spPr>
            <a:xfrm>
              <a:off x="3168049" y="2932781"/>
              <a:ext cx="527752" cy="582466"/>
            </a:xfrm>
            <a:custGeom>
              <a:avLst/>
              <a:gdLst/>
              <a:ahLst/>
              <a:cxnLst/>
              <a:rect l="l" t="t" r="r" b="b"/>
              <a:pathLst>
                <a:path w="2334" h="2576" extrusionOk="0">
                  <a:moveTo>
                    <a:pt x="1167" y="1"/>
                  </a:moveTo>
                  <a:cubicBezTo>
                    <a:pt x="580" y="1"/>
                    <a:pt x="90" y="598"/>
                    <a:pt x="11" y="1376"/>
                  </a:cubicBezTo>
                  <a:cubicBezTo>
                    <a:pt x="6" y="1451"/>
                    <a:pt x="1" y="1526"/>
                    <a:pt x="1" y="1600"/>
                  </a:cubicBezTo>
                  <a:cubicBezTo>
                    <a:pt x="1" y="1964"/>
                    <a:pt x="90" y="2306"/>
                    <a:pt x="244" y="2575"/>
                  </a:cubicBezTo>
                  <a:lnTo>
                    <a:pt x="2095" y="2575"/>
                  </a:lnTo>
                  <a:cubicBezTo>
                    <a:pt x="2245" y="2306"/>
                    <a:pt x="2334" y="1964"/>
                    <a:pt x="2334" y="1600"/>
                  </a:cubicBezTo>
                  <a:cubicBezTo>
                    <a:pt x="2334" y="1488"/>
                    <a:pt x="2324" y="1382"/>
                    <a:pt x="2310" y="1275"/>
                  </a:cubicBezTo>
                  <a:cubicBezTo>
                    <a:pt x="2203" y="547"/>
                    <a:pt x="1732" y="1"/>
                    <a:pt x="11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2807398" y="3190099"/>
              <a:ext cx="531822" cy="325150"/>
            </a:xfrm>
            <a:custGeom>
              <a:avLst/>
              <a:gdLst/>
              <a:ahLst/>
              <a:cxnLst/>
              <a:rect l="l" t="t" r="r" b="b"/>
              <a:pathLst>
                <a:path w="2352" h="1438" extrusionOk="0">
                  <a:moveTo>
                    <a:pt x="978" y="0"/>
                  </a:moveTo>
                  <a:cubicBezTo>
                    <a:pt x="913" y="0"/>
                    <a:pt x="848" y="8"/>
                    <a:pt x="784" y="25"/>
                  </a:cubicBezTo>
                  <a:cubicBezTo>
                    <a:pt x="295" y="150"/>
                    <a:pt x="1" y="729"/>
                    <a:pt x="15" y="1437"/>
                  </a:cubicBezTo>
                  <a:lnTo>
                    <a:pt x="2351" y="1437"/>
                  </a:lnTo>
                  <a:cubicBezTo>
                    <a:pt x="2207" y="916"/>
                    <a:pt x="1932" y="486"/>
                    <a:pt x="1606" y="238"/>
                  </a:cubicBezTo>
                  <a:cubicBezTo>
                    <a:pt x="1406" y="85"/>
                    <a:pt x="1189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3444586" y="3190551"/>
              <a:ext cx="594909" cy="324698"/>
            </a:xfrm>
            <a:custGeom>
              <a:avLst/>
              <a:gdLst/>
              <a:ahLst/>
              <a:cxnLst/>
              <a:rect l="l" t="t" r="r" b="b"/>
              <a:pathLst>
                <a:path w="2631" h="1436" extrusionOk="0">
                  <a:moveTo>
                    <a:pt x="1664" y="1"/>
                  </a:moveTo>
                  <a:cubicBezTo>
                    <a:pt x="1477" y="1"/>
                    <a:pt x="1280" y="47"/>
                    <a:pt x="1087" y="135"/>
                  </a:cubicBezTo>
                  <a:cubicBezTo>
                    <a:pt x="826" y="255"/>
                    <a:pt x="575" y="451"/>
                    <a:pt x="369" y="712"/>
                  </a:cubicBezTo>
                  <a:cubicBezTo>
                    <a:pt x="187" y="942"/>
                    <a:pt x="65" y="1188"/>
                    <a:pt x="0" y="1435"/>
                  </a:cubicBezTo>
                  <a:lnTo>
                    <a:pt x="2566" y="1435"/>
                  </a:lnTo>
                  <a:cubicBezTo>
                    <a:pt x="2617" y="1244"/>
                    <a:pt x="2631" y="1058"/>
                    <a:pt x="2612" y="886"/>
                  </a:cubicBezTo>
                  <a:cubicBezTo>
                    <a:pt x="2584" y="606"/>
                    <a:pt x="2467" y="363"/>
                    <a:pt x="2258" y="195"/>
                  </a:cubicBezTo>
                  <a:cubicBezTo>
                    <a:pt x="2089" y="64"/>
                    <a:pt x="1884" y="1"/>
                    <a:pt x="16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3836894" y="3381391"/>
              <a:ext cx="468510" cy="133859"/>
            </a:xfrm>
            <a:custGeom>
              <a:avLst/>
              <a:gdLst/>
              <a:ahLst/>
              <a:cxnLst/>
              <a:rect l="l" t="t" r="r" b="b"/>
              <a:pathLst>
                <a:path w="2072" h="592" extrusionOk="0">
                  <a:moveTo>
                    <a:pt x="1197" y="1"/>
                  </a:moveTo>
                  <a:cubicBezTo>
                    <a:pt x="1093" y="1"/>
                    <a:pt x="985" y="15"/>
                    <a:pt x="877" y="42"/>
                  </a:cubicBezTo>
                  <a:cubicBezTo>
                    <a:pt x="569" y="116"/>
                    <a:pt x="257" y="307"/>
                    <a:pt x="0" y="591"/>
                  </a:cubicBezTo>
                  <a:lnTo>
                    <a:pt x="2071" y="591"/>
                  </a:lnTo>
                  <a:cubicBezTo>
                    <a:pt x="2015" y="433"/>
                    <a:pt x="1918" y="298"/>
                    <a:pt x="1787" y="195"/>
                  </a:cubicBezTo>
                  <a:cubicBezTo>
                    <a:pt x="1619" y="62"/>
                    <a:pt x="1415" y="1"/>
                    <a:pt x="11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4377984" y="3381391"/>
              <a:ext cx="469641" cy="133859"/>
            </a:xfrm>
            <a:custGeom>
              <a:avLst/>
              <a:gdLst/>
              <a:ahLst/>
              <a:cxnLst/>
              <a:rect l="l" t="t" r="r" b="b"/>
              <a:pathLst>
                <a:path w="2077" h="592" extrusionOk="0">
                  <a:moveTo>
                    <a:pt x="1199" y="1"/>
                  </a:moveTo>
                  <a:cubicBezTo>
                    <a:pt x="1095" y="1"/>
                    <a:pt x="989" y="15"/>
                    <a:pt x="882" y="42"/>
                  </a:cubicBezTo>
                  <a:cubicBezTo>
                    <a:pt x="574" y="116"/>
                    <a:pt x="257" y="307"/>
                    <a:pt x="1" y="591"/>
                  </a:cubicBezTo>
                  <a:lnTo>
                    <a:pt x="2076" y="591"/>
                  </a:lnTo>
                  <a:cubicBezTo>
                    <a:pt x="2016" y="433"/>
                    <a:pt x="1917" y="298"/>
                    <a:pt x="1786" y="195"/>
                  </a:cubicBezTo>
                  <a:cubicBezTo>
                    <a:pt x="1619" y="62"/>
                    <a:pt x="1416" y="1"/>
                    <a:pt x="119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42"/>
          <p:cNvGrpSpPr/>
          <p:nvPr/>
        </p:nvGrpSpPr>
        <p:grpSpPr>
          <a:xfrm>
            <a:off x="2669041" y="4099692"/>
            <a:ext cx="1295373" cy="504315"/>
            <a:chOff x="5860838" y="1725109"/>
            <a:chExt cx="1363694" cy="530914"/>
          </a:xfrm>
        </p:grpSpPr>
        <p:sp>
          <p:nvSpPr>
            <p:cNvPr id="938" name="Google Shape;938;p42"/>
            <p:cNvSpPr/>
            <p:nvPr/>
          </p:nvSpPr>
          <p:spPr>
            <a:xfrm>
              <a:off x="6188929" y="1725109"/>
              <a:ext cx="480947" cy="530912"/>
            </a:xfrm>
            <a:custGeom>
              <a:avLst/>
              <a:gdLst/>
              <a:ahLst/>
              <a:cxnLst/>
              <a:rect l="l" t="t" r="r" b="b"/>
              <a:pathLst>
                <a:path w="2127" h="2348" extrusionOk="0">
                  <a:moveTo>
                    <a:pt x="1063" y="1"/>
                  </a:moveTo>
                  <a:cubicBezTo>
                    <a:pt x="527" y="1"/>
                    <a:pt x="84" y="547"/>
                    <a:pt x="9" y="1256"/>
                  </a:cubicBezTo>
                  <a:cubicBezTo>
                    <a:pt x="5" y="1322"/>
                    <a:pt x="0" y="1391"/>
                    <a:pt x="0" y="1462"/>
                  </a:cubicBezTo>
                  <a:cubicBezTo>
                    <a:pt x="0" y="1792"/>
                    <a:pt x="84" y="2100"/>
                    <a:pt x="219" y="2347"/>
                  </a:cubicBezTo>
                  <a:lnTo>
                    <a:pt x="1908" y="2347"/>
                  </a:lnTo>
                  <a:cubicBezTo>
                    <a:pt x="2043" y="2100"/>
                    <a:pt x="2127" y="1792"/>
                    <a:pt x="2127" y="1462"/>
                  </a:cubicBezTo>
                  <a:cubicBezTo>
                    <a:pt x="2127" y="1359"/>
                    <a:pt x="2117" y="1260"/>
                    <a:pt x="2103" y="1163"/>
                  </a:cubicBezTo>
                  <a:cubicBezTo>
                    <a:pt x="2005" y="500"/>
                    <a:pt x="1576" y="1"/>
                    <a:pt x="10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2"/>
            <p:cNvSpPr/>
            <p:nvPr/>
          </p:nvSpPr>
          <p:spPr>
            <a:xfrm>
              <a:off x="5860838" y="1959589"/>
              <a:ext cx="484112" cy="296433"/>
            </a:xfrm>
            <a:custGeom>
              <a:avLst/>
              <a:gdLst/>
              <a:ahLst/>
              <a:cxnLst/>
              <a:rect l="l" t="t" r="r" b="b"/>
              <a:pathLst>
                <a:path w="2141" h="1311" extrusionOk="0">
                  <a:moveTo>
                    <a:pt x="887" y="0"/>
                  </a:moveTo>
                  <a:cubicBezTo>
                    <a:pt x="827" y="0"/>
                    <a:pt x="767" y="8"/>
                    <a:pt x="709" y="23"/>
                  </a:cubicBezTo>
                  <a:cubicBezTo>
                    <a:pt x="266" y="139"/>
                    <a:pt x="0" y="667"/>
                    <a:pt x="14" y="1310"/>
                  </a:cubicBezTo>
                  <a:lnTo>
                    <a:pt x="2141" y="1310"/>
                  </a:lnTo>
                  <a:cubicBezTo>
                    <a:pt x="2011" y="834"/>
                    <a:pt x="1759" y="447"/>
                    <a:pt x="1460" y="219"/>
                  </a:cubicBezTo>
                  <a:cubicBezTo>
                    <a:pt x="1281" y="80"/>
                    <a:pt x="1083" y="0"/>
                    <a:pt x="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2"/>
            <p:cNvSpPr/>
            <p:nvPr/>
          </p:nvSpPr>
          <p:spPr>
            <a:xfrm>
              <a:off x="6440820" y="1960493"/>
              <a:ext cx="542224" cy="295529"/>
            </a:xfrm>
            <a:custGeom>
              <a:avLst/>
              <a:gdLst/>
              <a:ahLst/>
              <a:cxnLst/>
              <a:rect l="l" t="t" r="r" b="b"/>
              <a:pathLst>
                <a:path w="2398" h="1307" extrusionOk="0">
                  <a:moveTo>
                    <a:pt x="1518" y="0"/>
                  </a:moveTo>
                  <a:cubicBezTo>
                    <a:pt x="1347" y="0"/>
                    <a:pt x="1166" y="42"/>
                    <a:pt x="989" y="122"/>
                  </a:cubicBezTo>
                  <a:cubicBezTo>
                    <a:pt x="751" y="229"/>
                    <a:pt x="523" y="406"/>
                    <a:pt x="337" y="649"/>
                  </a:cubicBezTo>
                  <a:cubicBezTo>
                    <a:pt x="173" y="854"/>
                    <a:pt x="61" y="1082"/>
                    <a:pt x="1" y="1306"/>
                  </a:cubicBezTo>
                  <a:lnTo>
                    <a:pt x="2337" y="1306"/>
                  </a:lnTo>
                  <a:cubicBezTo>
                    <a:pt x="2384" y="1134"/>
                    <a:pt x="2398" y="961"/>
                    <a:pt x="2380" y="802"/>
                  </a:cubicBezTo>
                  <a:cubicBezTo>
                    <a:pt x="2352" y="551"/>
                    <a:pt x="2244" y="327"/>
                    <a:pt x="2057" y="178"/>
                  </a:cubicBezTo>
                  <a:cubicBezTo>
                    <a:pt x="1904" y="57"/>
                    <a:pt x="1718" y="0"/>
                    <a:pt x="1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2"/>
            <p:cNvSpPr/>
            <p:nvPr/>
          </p:nvSpPr>
          <p:spPr>
            <a:xfrm>
              <a:off x="6797401" y="2133922"/>
              <a:ext cx="427131" cy="122101"/>
            </a:xfrm>
            <a:custGeom>
              <a:avLst/>
              <a:gdLst/>
              <a:ahLst/>
              <a:cxnLst/>
              <a:rect l="l" t="t" r="r" b="b"/>
              <a:pathLst>
                <a:path w="1889" h="540" extrusionOk="0">
                  <a:moveTo>
                    <a:pt x="1082" y="1"/>
                  </a:moveTo>
                  <a:cubicBezTo>
                    <a:pt x="991" y="1"/>
                    <a:pt x="897" y="12"/>
                    <a:pt x="803" y="35"/>
                  </a:cubicBezTo>
                  <a:cubicBezTo>
                    <a:pt x="523" y="110"/>
                    <a:pt x="237" y="278"/>
                    <a:pt x="0" y="539"/>
                  </a:cubicBezTo>
                  <a:lnTo>
                    <a:pt x="1889" y="539"/>
                  </a:lnTo>
                  <a:cubicBezTo>
                    <a:pt x="1838" y="395"/>
                    <a:pt x="1749" y="274"/>
                    <a:pt x="1628" y="180"/>
                  </a:cubicBezTo>
                  <a:cubicBezTo>
                    <a:pt x="1474" y="58"/>
                    <a:pt x="1284" y="1"/>
                    <a:pt x="10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B60A9FB-2B82-B95D-7703-BC83E39F1056}"/>
              </a:ext>
            </a:extLst>
          </p:cNvPr>
          <p:cNvSpPr txBox="1"/>
          <p:nvPr/>
        </p:nvSpPr>
        <p:spPr>
          <a:xfrm>
            <a:off x="6289514" y="3048158"/>
            <a:ext cx="281097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1"/>
            <a:r>
              <a:rPr lang="en-GB" b="1" dirty="0"/>
              <a:t>Insight:</a:t>
            </a:r>
            <a:r>
              <a:rPr lang="en-GB" dirty="0"/>
              <a:t> "Cessna and Piper, while highly prevalent, represent the largest volume of historical incidents. This is a baseline for exposure risk."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AC7F60-A6F9-C7B8-C10A-D84E9D091848}"/>
              </a:ext>
            </a:extLst>
          </p:cNvPr>
          <p:cNvSpPr txBox="1"/>
          <p:nvPr/>
        </p:nvSpPr>
        <p:spPr>
          <a:xfrm>
            <a:off x="205347" y="478195"/>
            <a:ext cx="8565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Key Findings: Which Aircraft Are Involved Most, and How Severely? </a:t>
            </a:r>
            <a:endParaRPr lang="en-KE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6" name="Picture 15" descr="A graph with numbers and a number of incident&#10;&#10;AI-generated content may be incorrect.">
            <a:extLst>
              <a:ext uri="{FF2B5EF4-FFF2-40B4-BE49-F238E27FC236}">
                <a16:creationId xmlns:a16="http://schemas.microsoft.com/office/drawing/2014/main" id="{7A8F8C1E-56BB-E244-3563-B6DB6193E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73" y="1002816"/>
            <a:ext cx="5628661" cy="3295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4"/>
          <p:cNvSpPr txBox="1">
            <a:spLocks noGrp="1"/>
          </p:cNvSpPr>
          <p:nvPr>
            <p:ph type="subTitle" idx="2"/>
          </p:nvPr>
        </p:nvSpPr>
        <p:spPr>
          <a:xfrm>
            <a:off x="6390168" y="2901378"/>
            <a:ext cx="2753832" cy="1251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5250" lvl="1" indent="0" algn="l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"Models with lower proportions of fatal incidents offer a superior safety profile, minimizing human tragedy and potential legal liabilities."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05C893-1364-86D8-4949-7829FFC4E3F3}"/>
              </a:ext>
            </a:extLst>
          </p:cNvPr>
          <p:cNvSpPr txBox="1"/>
          <p:nvPr/>
        </p:nvSpPr>
        <p:spPr>
          <a:xfrm>
            <a:off x="74428" y="436219"/>
            <a:ext cx="7448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Key Findings: Human Impact &amp; Operational Context </a:t>
            </a:r>
            <a:endParaRPr lang="en-GB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9CDAA7-0AE3-530F-B443-A2269575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5309" y="991037"/>
            <a:ext cx="6259919" cy="33364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1C6619A8-911A-DF98-4A03-CDF6B5AC157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00337" y="2866683"/>
            <a:ext cx="3294808" cy="1609624"/>
          </a:xfrm>
        </p:spPr>
        <p:txBody>
          <a:bodyPr/>
          <a:lstStyle/>
          <a:p>
            <a:pPr marL="52388" indent="0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"Landing and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Takeoff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consistently represent the highest risk phases across most aircraft types, underscoring the need for rigorous operational protocols regardless of aircraft choice."</a:t>
            </a:r>
          </a:p>
          <a:p>
            <a:endParaRPr lang="en-KE" dirty="0"/>
          </a:p>
        </p:txBody>
      </p:sp>
      <p:pic>
        <p:nvPicPr>
          <p:cNvPr id="6" name="Picture 5" descr="A graph of flight status&#10;&#10;AI-generated content may be incorrect.">
            <a:extLst>
              <a:ext uri="{FF2B5EF4-FFF2-40B4-BE49-F238E27FC236}">
                <a16:creationId xmlns:a16="http://schemas.microsoft.com/office/drawing/2014/main" id="{FC68A595-6D8C-60C7-522D-DD7A6F95D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85" y="741882"/>
            <a:ext cx="5393451" cy="3967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BBD32-8F11-8D31-D3B6-1546A1780B6E}"/>
              </a:ext>
            </a:extLst>
          </p:cNvPr>
          <p:cNvSpPr txBox="1"/>
          <p:nvPr/>
        </p:nvSpPr>
        <p:spPr>
          <a:xfrm>
            <a:off x="741535" y="434105"/>
            <a:ext cx="7169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chemeClr val="accent1">
                    <a:lumMod val="75000"/>
                  </a:schemeClr>
                </a:solidFill>
              </a:rPr>
              <a:t>Broad Phase of Flight Distribution in Incidents (Top 10 Makes)</a:t>
            </a:r>
          </a:p>
        </p:txBody>
      </p:sp>
    </p:spTree>
    <p:extLst>
      <p:ext uri="{BB962C8B-B14F-4D97-AF65-F5344CB8AC3E}">
        <p14:creationId xmlns:p14="http://schemas.microsoft.com/office/powerpoint/2010/main" val="251034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1281;p53">
            <a:extLst>
              <a:ext uri="{FF2B5EF4-FFF2-40B4-BE49-F238E27FC236}">
                <a16:creationId xmlns:a16="http://schemas.microsoft.com/office/drawing/2014/main" id="{010B5392-04E2-DC26-F5AA-500752EEF170}"/>
              </a:ext>
            </a:extLst>
          </p:cNvPr>
          <p:cNvGrpSpPr/>
          <p:nvPr/>
        </p:nvGrpSpPr>
        <p:grpSpPr>
          <a:xfrm>
            <a:off x="2764529" y="989839"/>
            <a:ext cx="3674263" cy="2168330"/>
            <a:chOff x="2762510" y="2188835"/>
            <a:chExt cx="3674263" cy="2168330"/>
          </a:xfrm>
          <a:solidFill>
            <a:schemeClr val="tx2"/>
          </a:solidFill>
        </p:grpSpPr>
        <p:grpSp>
          <p:nvGrpSpPr>
            <p:cNvPr id="40" name="Google Shape;1282;p53">
              <a:extLst>
                <a:ext uri="{FF2B5EF4-FFF2-40B4-BE49-F238E27FC236}">
                  <a16:creationId xmlns:a16="http://schemas.microsoft.com/office/drawing/2014/main" id="{A1D6743E-EA21-ED1B-744F-6D7FE2352A77}"/>
                </a:ext>
              </a:extLst>
            </p:cNvPr>
            <p:cNvGrpSpPr/>
            <p:nvPr/>
          </p:nvGrpSpPr>
          <p:grpSpPr>
            <a:xfrm flipH="1">
              <a:off x="3484071" y="2188835"/>
              <a:ext cx="2169101" cy="1387443"/>
              <a:chOff x="2484046" y="1243207"/>
              <a:chExt cx="4016109" cy="2568863"/>
            </a:xfrm>
            <a:grpFill/>
          </p:grpSpPr>
          <p:sp>
            <p:nvSpPr>
              <p:cNvPr id="45" name="Google Shape;1283;p53">
                <a:extLst>
                  <a:ext uri="{FF2B5EF4-FFF2-40B4-BE49-F238E27FC236}">
                    <a16:creationId xmlns:a16="http://schemas.microsoft.com/office/drawing/2014/main" id="{55752885-6A1D-8842-9BF6-75F6D21C7DDA}"/>
                  </a:ext>
                </a:extLst>
              </p:cNvPr>
              <p:cNvSpPr/>
              <p:nvPr/>
            </p:nvSpPr>
            <p:spPr>
              <a:xfrm>
                <a:off x="3484397" y="1243207"/>
                <a:ext cx="1489766" cy="1099271"/>
              </a:xfrm>
              <a:custGeom>
                <a:avLst/>
                <a:gdLst/>
                <a:ahLst/>
                <a:cxnLst/>
                <a:rect l="l" t="t" r="r" b="b"/>
                <a:pathLst>
                  <a:path w="7117" h="5251" extrusionOk="0">
                    <a:moveTo>
                      <a:pt x="250" y="0"/>
                    </a:moveTo>
                    <a:cubicBezTo>
                      <a:pt x="90" y="0"/>
                      <a:pt x="0" y="188"/>
                      <a:pt x="97" y="312"/>
                    </a:cubicBezTo>
                    <a:lnTo>
                      <a:pt x="3954" y="5251"/>
                    </a:lnTo>
                    <a:lnTo>
                      <a:pt x="7117" y="5251"/>
                    </a:lnTo>
                    <a:lnTo>
                      <a:pt x="2275" y="631"/>
                    </a:lnTo>
                    <a:cubicBezTo>
                      <a:pt x="1845" y="229"/>
                      <a:pt x="1276" y="0"/>
                      <a:pt x="6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84;p53">
                <a:extLst>
                  <a:ext uri="{FF2B5EF4-FFF2-40B4-BE49-F238E27FC236}">
                    <a16:creationId xmlns:a16="http://schemas.microsoft.com/office/drawing/2014/main" id="{097B1692-906D-A099-89FF-010EA32DC737}"/>
                  </a:ext>
                </a:extLst>
              </p:cNvPr>
              <p:cNvSpPr/>
              <p:nvPr/>
            </p:nvSpPr>
            <p:spPr>
              <a:xfrm>
                <a:off x="3506166" y="1243207"/>
                <a:ext cx="1467996" cy="1099271"/>
              </a:xfrm>
              <a:custGeom>
                <a:avLst/>
                <a:gdLst/>
                <a:ahLst/>
                <a:cxnLst/>
                <a:rect l="l" t="t" r="r" b="b"/>
                <a:pathLst>
                  <a:path w="7013" h="5251" extrusionOk="0">
                    <a:moveTo>
                      <a:pt x="153" y="0"/>
                    </a:moveTo>
                    <a:cubicBezTo>
                      <a:pt x="90" y="0"/>
                      <a:pt x="35" y="28"/>
                      <a:pt x="0" y="77"/>
                    </a:cubicBezTo>
                    <a:cubicBezTo>
                      <a:pt x="382" y="174"/>
                      <a:pt x="729" y="361"/>
                      <a:pt x="1020" y="631"/>
                    </a:cubicBezTo>
                    <a:lnTo>
                      <a:pt x="5861" y="5251"/>
                    </a:lnTo>
                    <a:lnTo>
                      <a:pt x="7013" y="5251"/>
                    </a:lnTo>
                    <a:lnTo>
                      <a:pt x="2178" y="631"/>
                    </a:lnTo>
                    <a:cubicBezTo>
                      <a:pt x="1748" y="229"/>
                      <a:pt x="1179" y="0"/>
                      <a:pt x="5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285;p53">
                <a:extLst>
                  <a:ext uri="{FF2B5EF4-FFF2-40B4-BE49-F238E27FC236}">
                    <a16:creationId xmlns:a16="http://schemas.microsoft.com/office/drawing/2014/main" id="{4CE624B6-6961-9E06-97BA-350D1B3FFD9E}"/>
                  </a:ext>
                </a:extLst>
              </p:cNvPr>
              <p:cNvSpPr/>
              <p:nvPr/>
            </p:nvSpPr>
            <p:spPr>
              <a:xfrm>
                <a:off x="2484046" y="1635098"/>
                <a:ext cx="4016109" cy="1156212"/>
              </a:xfrm>
              <a:custGeom>
                <a:avLst/>
                <a:gdLst/>
                <a:ahLst/>
                <a:cxnLst/>
                <a:rect l="l" t="t" r="r" b="b"/>
                <a:pathLst>
                  <a:path w="19186" h="5523" extrusionOk="0">
                    <a:moveTo>
                      <a:pt x="1060" y="1"/>
                    </a:moveTo>
                    <a:cubicBezTo>
                      <a:pt x="1053" y="1"/>
                      <a:pt x="1047" y="1"/>
                      <a:pt x="1041" y="1"/>
                    </a:cubicBezTo>
                    <a:lnTo>
                      <a:pt x="194" y="1"/>
                    </a:lnTo>
                    <a:cubicBezTo>
                      <a:pt x="90" y="1"/>
                      <a:pt x="0" y="84"/>
                      <a:pt x="0" y="195"/>
                    </a:cubicBezTo>
                    <a:lnTo>
                      <a:pt x="0" y="4731"/>
                    </a:lnTo>
                    <a:cubicBezTo>
                      <a:pt x="0" y="5162"/>
                      <a:pt x="354" y="5515"/>
                      <a:pt x="791" y="5522"/>
                    </a:cubicBezTo>
                    <a:lnTo>
                      <a:pt x="19026" y="5522"/>
                    </a:lnTo>
                    <a:cubicBezTo>
                      <a:pt x="19116" y="5522"/>
                      <a:pt x="19186" y="5453"/>
                      <a:pt x="19186" y="5363"/>
                    </a:cubicBezTo>
                    <a:lnTo>
                      <a:pt x="19186" y="5356"/>
                    </a:lnTo>
                    <a:cubicBezTo>
                      <a:pt x="19186" y="5155"/>
                      <a:pt x="19109" y="4953"/>
                      <a:pt x="18964" y="4815"/>
                    </a:cubicBezTo>
                    <a:lnTo>
                      <a:pt x="18520" y="4364"/>
                    </a:lnTo>
                    <a:lnTo>
                      <a:pt x="17847" y="3691"/>
                    </a:lnTo>
                    <a:cubicBezTo>
                      <a:pt x="17417" y="3254"/>
                      <a:pt x="16827" y="3011"/>
                      <a:pt x="16217" y="3011"/>
                    </a:cubicBezTo>
                    <a:lnTo>
                      <a:pt x="3669" y="3011"/>
                    </a:lnTo>
                    <a:cubicBezTo>
                      <a:pt x="3392" y="3011"/>
                      <a:pt x="3142" y="2866"/>
                      <a:pt x="3004" y="2623"/>
                    </a:cubicBezTo>
                    <a:lnTo>
                      <a:pt x="1713" y="382"/>
                    </a:lnTo>
                    <a:cubicBezTo>
                      <a:pt x="1578" y="145"/>
                      <a:pt x="1330" y="1"/>
                      <a:pt x="106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8" name="Google Shape;1286;p53">
                <a:extLst>
                  <a:ext uri="{FF2B5EF4-FFF2-40B4-BE49-F238E27FC236}">
                    <a16:creationId xmlns:a16="http://schemas.microsoft.com/office/drawing/2014/main" id="{2BC5C776-181F-F655-2268-155F72257750}"/>
                  </a:ext>
                </a:extLst>
              </p:cNvPr>
              <p:cNvSpPr/>
              <p:nvPr/>
            </p:nvSpPr>
            <p:spPr>
              <a:xfrm>
                <a:off x="3484397" y="2528157"/>
                <a:ext cx="1665599" cy="1283913"/>
              </a:xfrm>
              <a:custGeom>
                <a:avLst/>
                <a:gdLst/>
                <a:ahLst/>
                <a:cxnLst/>
                <a:rect l="l" t="t" r="r" b="b"/>
                <a:pathLst>
                  <a:path w="7957" h="6133" extrusionOk="0">
                    <a:moveTo>
                      <a:pt x="4738" y="1"/>
                    </a:moveTo>
                    <a:cubicBezTo>
                      <a:pt x="4675" y="1"/>
                      <a:pt x="4620" y="28"/>
                      <a:pt x="4585" y="70"/>
                    </a:cubicBezTo>
                    <a:lnTo>
                      <a:pt x="104" y="5820"/>
                    </a:lnTo>
                    <a:cubicBezTo>
                      <a:pt x="0" y="5952"/>
                      <a:pt x="90" y="6132"/>
                      <a:pt x="257" y="6132"/>
                    </a:cubicBezTo>
                    <a:lnTo>
                      <a:pt x="687" y="6132"/>
                    </a:lnTo>
                    <a:cubicBezTo>
                      <a:pt x="1276" y="6132"/>
                      <a:pt x="1845" y="5910"/>
                      <a:pt x="2275" y="5501"/>
                    </a:cubicBezTo>
                    <a:lnTo>
                      <a:pt x="7880" y="195"/>
                    </a:lnTo>
                    <a:cubicBezTo>
                      <a:pt x="7956" y="126"/>
                      <a:pt x="7907" y="1"/>
                      <a:pt x="780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287;p53">
                <a:extLst>
                  <a:ext uri="{FF2B5EF4-FFF2-40B4-BE49-F238E27FC236}">
                    <a16:creationId xmlns:a16="http://schemas.microsoft.com/office/drawing/2014/main" id="{4E0E86F6-05E1-4632-ED13-DD41E063A830}"/>
                  </a:ext>
                </a:extLst>
              </p:cNvPr>
              <p:cNvSpPr/>
              <p:nvPr/>
            </p:nvSpPr>
            <p:spPr>
              <a:xfrm>
                <a:off x="3996818" y="2446513"/>
                <a:ext cx="189020" cy="161824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3" extrusionOk="0">
                    <a:moveTo>
                      <a:pt x="512" y="0"/>
                    </a:moveTo>
                    <a:cubicBezTo>
                      <a:pt x="418" y="0"/>
                      <a:pt x="322" y="35"/>
                      <a:pt x="243" y="113"/>
                    </a:cubicBezTo>
                    <a:cubicBezTo>
                      <a:pt x="1" y="356"/>
                      <a:pt x="167" y="772"/>
                      <a:pt x="514" y="772"/>
                    </a:cubicBezTo>
                    <a:cubicBezTo>
                      <a:pt x="729" y="772"/>
                      <a:pt x="895" y="599"/>
                      <a:pt x="902" y="391"/>
                    </a:cubicBezTo>
                    <a:cubicBezTo>
                      <a:pt x="902" y="156"/>
                      <a:pt x="711" y="0"/>
                      <a:pt x="5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288;p53">
                <a:extLst>
                  <a:ext uri="{FF2B5EF4-FFF2-40B4-BE49-F238E27FC236}">
                    <a16:creationId xmlns:a16="http://schemas.microsoft.com/office/drawing/2014/main" id="{A5F47726-D602-9AC0-9991-171230780B6D}"/>
                  </a:ext>
                </a:extLst>
              </p:cNvPr>
              <p:cNvSpPr/>
              <p:nvPr/>
            </p:nvSpPr>
            <p:spPr>
              <a:xfrm>
                <a:off x="3672996" y="2446513"/>
                <a:ext cx="189020" cy="161824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3" extrusionOk="0">
                    <a:moveTo>
                      <a:pt x="512" y="0"/>
                    </a:moveTo>
                    <a:cubicBezTo>
                      <a:pt x="418" y="0"/>
                      <a:pt x="322" y="35"/>
                      <a:pt x="244" y="113"/>
                    </a:cubicBezTo>
                    <a:cubicBezTo>
                      <a:pt x="1" y="356"/>
                      <a:pt x="174" y="772"/>
                      <a:pt x="514" y="772"/>
                    </a:cubicBezTo>
                    <a:cubicBezTo>
                      <a:pt x="729" y="772"/>
                      <a:pt x="903" y="599"/>
                      <a:pt x="903" y="391"/>
                    </a:cubicBezTo>
                    <a:cubicBezTo>
                      <a:pt x="903" y="156"/>
                      <a:pt x="711" y="0"/>
                      <a:pt x="5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289;p53">
                <a:extLst>
                  <a:ext uri="{FF2B5EF4-FFF2-40B4-BE49-F238E27FC236}">
                    <a16:creationId xmlns:a16="http://schemas.microsoft.com/office/drawing/2014/main" id="{C20E0D92-A9AE-B877-1CF1-CDEA9AE9E238}"/>
                  </a:ext>
                </a:extLst>
              </p:cNvPr>
              <p:cNvSpPr/>
              <p:nvPr/>
            </p:nvSpPr>
            <p:spPr>
              <a:xfrm>
                <a:off x="3349384" y="2446513"/>
                <a:ext cx="188811" cy="161824"/>
              </a:xfrm>
              <a:custGeom>
                <a:avLst/>
                <a:gdLst/>
                <a:ahLst/>
                <a:cxnLst/>
                <a:rect l="l" t="t" r="r" b="b"/>
                <a:pathLst>
                  <a:path w="902" h="773" extrusionOk="0">
                    <a:moveTo>
                      <a:pt x="512" y="0"/>
                    </a:moveTo>
                    <a:cubicBezTo>
                      <a:pt x="417" y="0"/>
                      <a:pt x="321" y="35"/>
                      <a:pt x="243" y="113"/>
                    </a:cubicBezTo>
                    <a:cubicBezTo>
                      <a:pt x="0" y="356"/>
                      <a:pt x="174" y="772"/>
                      <a:pt x="520" y="772"/>
                    </a:cubicBezTo>
                    <a:cubicBezTo>
                      <a:pt x="728" y="772"/>
                      <a:pt x="902" y="599"/>
                      <a:pt x="902" y="391"/>
                    </a:cubicBezTo>
                    <a:cubicBezTo>
                      <a:pt x="902" y="156"/>
                      <a:pt x="710" y="0"/>
                      <a:pt x="5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290;p53">
                <a:extLst>
                  <a:ext uri="{FF2B5EF4-FFF2-40B4-BE49-F238E27FC236}">
                    <a16:creationId xmlns:a16="http://schemas.microsoft.com/office/drawing/2014/main" id="{9F8CC6AB-95B4-4902-D8B8-93B41D29BAF6}"/>
                  </a:ext>
                </a:extLst>
              </p:cNvPr>
              <p:cNvSpPr/>
              <p:nvPr/>
            </p:nvSpPr>
            <p:spPr>
              <a:xfrm>
                <a:off x="3027028" y="2446513"/>
                <a:ext cx="189020" cy="161824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3" extrusionOk="0">
                    <a:moveTo>
                      <a:pt x="512" y="0"/>
                    </a:moveTo>
                    <a:cubicBezTo>
                      <a:pt x="417" y="0"/>
                      <a:pt x="321" y="35"/>
                      <a:pt x="243" y="113"/>
                    </a:cubicBezTo>
                    <a:cubicBezTo>
                      <a:pt x="0" y="356"/>
                      <a:pt x="174" y="772"/>
                      <a:pt x="514" y="772"/>
                    </a:cubicBezTo>
                    <a:cubicBezTo>
                      <a:pt x="729" y="772"/>
                      <a:pt x="902" y="599"/>
                      <a:pt x="902" y="391"/>
                    </a:cubicBezTo>
                    <a:cubicBezTo>
                      <a:pt x="902" y="156"/>
                      <a:pt x="711" y="0"/>
                      <a:pt x="5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291;p53">
                <a:extLst>
                  <a:ext uri="{FF2B5EF4-FFF2-40B4-BE49-F238E27FC236}">
                    <a16:creationId xmlns:a16="http://schemas.microsoft.com/office/drawing/2014/main" id="{C9847D54-E7A0-D136-73F2-A992C7D4CFFC}"/>
                  </a:ext>
                </a:extLst>
              </p:cNvPr>
              <p:cNvSpPr/>
              <p:nvPr/>
            </p:nvSpPr>
            <p:spPr>
              <a:xfrm>
                <a:off x="5368924" y="2446513"/>
                <a:ext cx="189020" cy="161824"/>
              </a:xfrm>
              <a:custGeom>
                <a:avLst/>
                <a:gdLst/>
                <a:ahLst/>
                <a:cxnLst/>
                <a:rect l="l" t="t" r="r" b="b"/>
                <a:pathLst>
                  <a:path w="903" h="773" extrusionOk="0">
                    <a:moveTo>
                      <a:pt x="512" y="0"/>
                    </a:moveTo>
                    <a:cubicBezTo>
                      <a:pt x="417" y="0"/>
                      <a:pt x="321" y="35"/>
                      <a:pt x="243" y="113"/>
                    </a:cubicBezTo>
                    <a:cubicBezTo>
                      <a:pt x="0" y="356"/>
                      <a:pt x="174" y="772"/>
                      <a:pt x="521" y="772"/>
                    </a:cubicBezTo>
                    <a:cubicBezTo>
                      <a:pt x="729" y="772"/>
                      <a:pt x="902" y="599"/>
                      <a:pt x="902" y="391"/>
                    </a:cubicBezTo>
                    <a:cubicBezTo>
                      <a:pt x="902" y="156"/>
                      <a:pt x="711" y="0"/>
                      <a:pt x="5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292;p53">
                <a:extLst>
                  <a:ext uri="{FF2B5EF4-FFF2-40B4-BE49-F238E27FC236}">
                    <a16:creationId xmlns:a16="http://schemas.microsoft.com/office/drawing/2014/main" id="{F2A6202F-BF67-AE34-EBF8-1C0492905CCC}"/>
                  </a:ext>
                </a:extLst>
              </p:cNvPr>
              <p:cNvSpPr/>
              <p:nvPr/>
            </p:nvSpPr>
            <p:spPr>
              <a:xfrm>
                <a:off x="3506166" y="2528157"/>
                <a:ext cx="1643411" cy="1283913"/>
              </a:xfrm>
              <a:custGeom>
                <a:avLst/>
                <a:gdLst/>
                <a:ahLst/>
                <a:cxnLst/>
                <a:rect l="l" t="t" r="r" b="b"/>
                <a:pathLst>
                  <a:path w="7851" h="6133" extrusionOk="0">
                    <a:moveTo>
                      <a:pt x="7701" y="0"/>
                    </a:moveTo>
                    <a:cubicBezTo>
                      <a:pt x="7698" y="0"/>
                      <a:pt x="7695" y="1"/>
                      <a:pt x="7692" y="1"/>
                    </a:cubicBezTo>
                    <a:lnTo>
                      <a:pt x="6541" y="1"/>
                    </a:lnTo>
                    <a:cubicBezTo>
                      <a:pt x="6645" y="1"/>
                      <a:pt x="6694" y="126"/>
                      <a:pt x="6617" y="195"/>
                    </a:cubicBezTo>
                    <a:lnTo>
                      <a:pt x="1013" y="5501"/>
                    </a:lnTo>
                    <a:cubicBezTo>
                      <a:pt x="729" y="5772"/>
                      <a:pt x="382" y="5966"/>
                      <a:pt x="0" y="6063"/>
                    </a:cubicBezTo>
                    <a:cubicBezTo>
                      <a:pt x="35" y="6112"/>
                      <a:pt x="90" y="6132"/>
                      <a:pt x="153" y="6132"/>
                    </a:cubicBezTo>
                    <a:lnTo>
                      <a:pt x="583" y="6132"/>
                    </a:lnTo>
                    <a:cubicBezTo>
                      <a:pt x="1172" y="6132"/>
                      <a:pt x="1741" y="5910"/>
                      <a:pt x="2178" y="5501"/>
                    </a:cubicBezTo>
                    <a:lnTo>
                      <a:pt x="7776" y="202"/>
                    </a:lnTo>
                    <a:cubicBezTo>
                      <a:pt x="7850" y="128"/>
                      <a:pt x="7806" y="0"/>
                      <a:pt x="7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293;p53">
                <a:extLst>
                  <a:ext uri="{FF2B5EF4-FFF2-40B4-BE49-F238E27FC236}">
                    <a16:creationId xmlns:a16="http://schemas.microsoft.com/office/drawing/2014/main" id="{DD83BE07-FD71-3B86-E2B4-78E785BA8A0B}"/>
                  </a:ext>
                </a:extLst>
              </p:cNvPr>
              <p:cNvSpPr/>
              <p:nvPr/>
            </p:nvSpPr>
            <p:spPr>
              <a:xfrm>
                <a:off x="5634554" y="2265431"/>
                <a:ext cx="218117" cy="51080"/>
              </a:xfrm>
              <a:custGeom>
                <a:avLst/>
                <a:gdLst/>
                <a:ahLst/>
                <a:cxnLst/>
                <a:rect l="l" t="t" r="r" b="b"/>
                <a:pathLst>
                  <a:path w="1042" h="244" extrusionOk="0">
                    <a:moveTo>
                      <a:pt x="1" y="0"/>
                    </a:moveTo>
                    <a:cubicBezTo>
                      <a:pt x="361" y="0"/>
                      <a:pt x="715" y="84"/>
                      <a:pt x="1041" y="243"/>
                    </a:cubicBezTo>
                    <a:lnTo>
                      <a:pt x="104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294;p53">
                <a:extLst>
                  <a:ext uri="{FF2B5EF4-FFF2-40B4-BE49-F238E27FC236}">
                    <a16:creationId xmlns:a16="http://schemas.microsoft.com/office/drawing/2014/main" id="{DDBC6C55-0CB2-798E-8DB3-409F5E7CB904}"/>
                  </a:ext>
                </a:extLst>
              </p:cNvPr>
              <p:cNvSpPr/>
              <p:nvPr/>
            </p:nvSpPr>
            <p:spPr>
              <a:xfrm>
                <a:off x="5853924" y="2265431"/>
                <a:ext cx="506776" cy="283244"/>
              </a:xfrm>
              <a:custGeom>
                <a:avLst/>
                <a:gdLst/>
                <a:ahLst/>
                <a:cxnLst/>
                <a:rect l="l" t="t" r="r" b="b"/>
                <a:pathLst>
                  <a:path w="2421" h="1353" extrusionOk="0">
                    <a:moveTo>
                      <a:pt x="0" y="0"/>
                    </a:moveTo>
                    <a:lnTo>
                      <a:pt x="0" y="770"/>
                    </a:lnTo>
                    <a:cubicBezTo>
                      <a:pt x="0" y="1089"/>
                      <a:pt x="257" y="1353"/>
                      <a:pt x="576" y="1353"/>
                    </a:cubicBezTo>
                    <a:lnTo>
                      <a:pt x="2421" y="1353"/>
                    </a:lnTo>
                    <a:lnTo>
                      <a:pt x="1748" y="680"/>
                    </a:lnTo>
                    <a:cubicBezTo>
                      <a:pt x="1318" y="243"/>
                      <a:pt x="728" y="0"/>
                      <a:pt x="1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cxnSp>
          <p:nvCxnSpPr>
            <p:cNvPr id="41" name="Google Shape;1295;p53">
              <a:extLst>
                <a:ext uri="{FF2B5EF4-FFF2-40B4-BE49-F238E27FC236}">
                  <a16:creationId xmlns:a16="http://schemas.microsoft.com/office/drawing/2014/main" id="{D7941FC4-26ED-E024-A3E1-F078FBAA3665}"/>
                </a:ext>
              </a:extLst>
            </p:cNvPr>
            <p:cNvCxnSpPr/>
            <p:nvPr/>
          </p:nvCxnSpPr>
          <p:spPr>
            <a:xfrm rot="10800000">
              <a:off x="2762510" y="2729206"/>
              <a:ext cx="971700" cy="0"/>
            </a:xfrm>
            <a:prstGeom prst="straightConnector1">
              <a:avLst/>
            </a:prstGeom>
            <a:grp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Google Shape;1296;p53">
              <a:extLst>
                <a:ext uri="{FF2B5EF4-FFF2-40B4-BE49-F238E27FC236}">
                  <a16:creationId xmlns:a16="http://schemas.microsoft.com/office/drawing/2014/main" id="{FDD3AB82-ABBF-D4ED-8434-7B2D70699446}"/>
                </a:ext>
              </a:extLst>
            </p:cNvPr>
            <p:cNvCxnSpPr/>
            <p:nvPr/>
          </p:nvCxnSpPr>
          <p:spPr>
            <a:xfrm>
              <a:off x="5465073" y="2400495"/>
              <a:ext cx="971700" cy="0"/>
            </a:xfrm>
            <a:prstGeom prst="straightConnector1">
              <a:avLst/>
            </a:prstGeom>
            <a:grp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Google Shape;1298;p53">
              <a:extLst>
                <a:ext uri="{FF2B5EF4-FFF2-40B4-BE49-F238E27FC236}">
                  <a16:creationId xmlns:a16="http://schemas.microsoft.com/office/drawing/2014/main" id="{9BF20190-78EA-FF66-9A60-17EFCC19ADD3}"/>
                </a:ext>
              </a:extLst>
            </p:cNvPr>
            <p:cNvCxnSpPr>
              <a:cxnSpLocks/>
            </p:cNvCxnSpPr>
            <p:nvPr/>
          </p:nvCxnSpPr>
          <p:spPr>
            <a:xfrm>
              <a:off x="4348523" y="3054704"/>
              <a:ext cx="0" cy="1302461"/>
            </a:xfrm>
            <a:prstGeom prst="straightConnector1">
              <a:avLst/>
            </a:prstGeom>
            <a:grpFill/>
            <a:ln w="2857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3FBEEFC-A6BB-A78B-588C-70AF908C2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8294" y="3013643"/>
            <a:ext cx="5586426" cy="1054115"/>
          </a:xfrm>
        </p:spPr>
        <p:txBody>
          <a:bodyPr/>
          <a:lstStyle/>
          <a:p>
            <a:pPr marL="136525" lvl="2" indent="0" algn="l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Recommendation 3: Aircraft make: Piper, Boeing</a:t>
            </a:r>
          </a:p>
          <a:p>
            <a:pPr marL="136525" lvl="2" indent="0" algn="l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Rationale: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Moderate risk, but high prevalence might mean better parts availability or some other factor not in the data.</a:t>
            </a:r>
          </a:p>
          <a:p>
            <a:pPr marL="136525" lvl="2" indent="0" algn="l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Specific Insight: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"A more common aircraft type, offering a manageable risk profile for training or varied use."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52F1BB0-9B2B-7F39-DE33-7A8DC6E5B30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78775" y="1262227"/>
            <a:ext cx="3306639" cy="1640415"/>
          </a:xfrm>
        </p:spPr>
        <p:txBody>
          <a:bodyPr/>
          <a:lstStyle/>
          <a:p>
            <a:pPr marL="52388" lvl="1" indent="0" algn="l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Recommendation 1 </a:t>
            </a:r>
          </a:p>
          <a:p>
            <a:pPr marL="52388" lvl="1" indent="0" algn="l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Aircraft Make: Airbus, Bellanca and Maule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388" lvl="3" indent="0" algn="l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Rationale: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Lowest Combined Risk Score, balanced performance across frequency, damage, and human impact.</a:t>
            </a:r>
          </a:p>
          <a:p>
            <a:pPr marL="52388" lvl="3" indent="0" algn="l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Specific Insight: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"This model offers the best balance of low incident frequency and minimal severe outcomes, ideal for initial entry."</a:t>
            </a:r>
          </a:p>
          <a:p>
            <a:endParaRPr lang="en-K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38D58-7E93-1655-ACE9-65545E51D87E}"/>
              </a:ext>
            </a:extLst>
          </p:cNvPr>
          <p:cNvSpPr txBox="1"/>
          <p:nvPr/>
        </p:nvSpPr>
        <p:spPr>
          <a:xfrm>
            <a:off x="5655191" y="1201499"/>
            <a:ext cx="341635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Recommendation 2</a:t>
            </a:r>
          </a:p>
          <a:p>
            <a:pPr lvl="2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Aircraft make: Cirrus, Mooney and De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havillard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Rationale: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Strong safety record (low fatality rate), good for passenger-focused operations.</a:t>
            </a:r>
          </a:p>
          <a:p>
            <a:pPr lvl="3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Specific Insight: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"While incident count might be slightly higher, its superior human safety record makes it compelling for charter operations."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D7D1C-882F-2161-B324-847306C193EE}"/>
              </a:ext>
            </a:extLst>
          </p:cNvPr>
          <p:cNvSpPr txBox="1"/>
          <p:nvPr/>
        </p:nvSpPr>
        <p:spPr>
          <a:xfrm>
            <a:off x="160707" y="4117429"/>
            <a:ext cx="8910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Key Takeaway:</a:t>
            </a:r>
            <a:r>
              <a:rPr lang="en-GB" dirty="0"/>
              <a:t> Our analysis supports a strategic focus on these aircraft types to minimize initial operational and financial risks.</a:t>
            </a:r>
            <a:endParaRPr lang="en-K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8DC2DC-56EC-DBD6-3717-B7E8EA17686F}"/>
              </a:ext>
            </a:extLst>
          </p:cNvPr>
          <p:cNvSpPr txBox="1"/>
          <p:nvPr/>
        </p:nvSpPr>
        <p:spPr>
          <a:xfrm>
            <a:off x="434701" y="435281"/>
            <a:ext cx="74725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Low-Risk Aircraft Selection: Actionable Recommendations</a:t>
            </a:r>
            <a:endParaRPr lang="en-KE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A39448-4218-B011-5195-B4768E3B6F21}"/>
              </a:ext>
            </a:extLst>
          </p:cNvPr>
          <p:cNvCxnSpPr/>
          <p:nvPr/>
        </p:nvCxnSpPr>
        <p:spPr>
          <a:xfrm>
            <a:off x="71442" y="4139198"/>
            <a:ext cx="87868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12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5"/>
          <p:cNvSpPr txBox="1">
            <a:spLocks noGrp="1"/>
          </p:cNvSpPr>
          <p:nvPr>
            <p:ph type="body" idx="1"/>
          </p:nvPr>
        </p:nvSpPr>
        <p:spPr>
          <a:xfrm>
            <a:off x="559088" y="1509460"/>
            <a:ext cx="5675078" cy="16348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Prioritize further due diligence (maintenance costs, operational efficiency, pilot training requirements, market availability) on the recommended low-risk aircraft models.</a:t>
            </a:r>
          </a:p>
          <a:p>
            <a:pPr marL="38100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Begin developing detailed operational manuals and training programs with a focus on high-risk flight phases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Takeoff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Landing).</a:t>
            </a:r>
          </a:p>
        </p:txBody>
      </p:sp>
      <p:grpSp>
        <p:nvGrpSpPr>
          <p:cNvPr id="1010" name="Google Shape;1010;p45"/>
          <p:cNvGrpSpPr/>
          <p:nvPr/>
        </p:nvGrpSpPr>
        <p:grpSpPr>
          <a:xfrm rot="10800000">
            <a:off x="5817665" y="1242423"/>
            <a:ext cx="2767247" cy="3301595"/>
            <a:chOff x="1480572" y="468218"/>
            <a:chExt cx="3145314" cy="3752665"/>
          </a:xfrm>
        </p:grpSpPr>
        <p:grpSp>
          <p:nvGrpSpPr>
            <p:cNvPr id="1011" name="Google Shape;1011;p45"/>
            <p:cNvGrpSpPr/>
            <p:nvPr/>
          </p:nvGrpSpPr>
          <p:grpSpPr>
            <a:xfrm>
              <a:off x="1480572" y="468218"/>
              <a:ext cx="3025939" cy="3740796"/>
              <a:chOff x="1480572" y="468218"/>
              <a:chExt cx="3025939" cy="3740796"/>
            </a:xfrm>
          </p:grpSpPr>
          <p:sp>
            <p:nvSpPr>
              <p:cNvPr id="1012" name="Google Shape;1012;p45"/>
              <p:cNvSpPr/>
              <p:nvPr/>
            </p:nvSpPr>
            <p:spPr>
              <a:xfrm>
                <a:off x="1480572" y="1959830"/>
                <a:ext cx="1350357" cy="1001126"/>
              </a:xfrm>
              <a:custGeom>
                <a:avLst/>
                <a:gdLst/>
                <a:ahLst/>
                <a:cxnLst/>
                <a:rect l="l" t="t" r="r" b="b"/>
                <a:pathLst>
                  <a:path w="5916" h="4386" extrusionOk="0">
                    <a:moveTo>
                      <a:pt x="0" y="1"/>
                    </a:moveTo>
                    <a:lnTo>
                      <a:pt x="0" y="938"/>
                    </a:lnTo>
                    <a:lnTo>
                      <a:pt x="5864" y="4385"/>
                    </a:lnTo>
                    <a:lnTo>
                      <a:pt x="5915" y="1525"/>
                    </a:lnTo>
                    <a:lnTo>
                      <a:pt x="4007" y="15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5"/>
              <p:cNvSpPr/>
              <p:nvPr/>
            </p:nvSpPr>
            <p:spPr>
              <a:xfrm>
                <a:off x="3156383" y="1959830"/>
                <a:ext cx="1350128" cy="1001126"/>
              </a:xfrm>
              <a:custGeom>
                <a:avLst/>
                <a:gdLst/>
                <a:ahLst/>
                <a:cxnLst/>
                <a:rect l="l" t="t" r="r" b="b"/>
                <a:pathLst>
                  <a:path w="5915" h="4386" extrusionOk="0">
                    <a:moveTo>
                      <a:pt x="5914" y="1"/>
                    </a:moveTo>
                    <a:lnTo>
                      <a:pt x="1908" y="1525"/>
                    </a:lnTo>
                    <a:lnTo>
                      <a:pt x="0" y="1525"/>
                    </a:lnTo>
                    <a:lnTo>
                      <a:pt x="46" y="4385"/>
                    </a:lnTo>
                    <a:lnTo>
                      <a:pt x="5914" y="938"/>
                    </a:lnTo>
                    <a:lnTo>
                      <a:pt x="591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5"/>
              <p:cNvSpPr/>
              <p:nvPr/>
            </p:nvSpPr>
            <p:spPr>
              <a:xfrm>
                <a:off x="2797346" y="1568153"/>
                <a:ext cx="392142" cy="2188052"/>
              </a:xfrm>
              <a:custGeom>
                <a:avLst/>
                <a:gdLst/>
                <a:ahLst/>
                <a:cxnLst/>
                <a:rect l="l" t="t" r="r" b="b"/>
                <a:pathLst>
                  <a:path w="1718" h="9586" extrusionOk="0">
                    <a:moveTo>
                      <a:pt x="1" y="1"/>
                    </a:moveTo>
                    <a:cubicBezTo>
                      <a:pt x="34" y="3195"/>
                      <a:pt x="67" y="6390"/>
                      <a:pt x="95" y="9585"/>
                    </a:cubicBezTo>
                    <a:lnTo>
                      <a:pt x="1619" y="9585"/>
                    </a:lnTo>
                    <a:cubicBezTo>
                      <a:pt x="1652" y="6390"/>
                      <a:pt x="1685" y="3195"/>
                      <a:pt x="17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5"/>
              <p:cNvSpPr/>
              <p:nvPr/>
            </p:nvSpPr>
            <p:spPr>
              <a:xfrm>
                <a:off x="2818802" y="3755928"/>
                <a:ext cx="348317" cy="453086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985" extrusionOk="0">
                    <a:moveTo>
                      <a:pt x="1" y="0"/>
                    </a:moveTo>
                    <a:cubicBezTo>
                      <a:pt x="29" y="355"/>
                      <a:pt x="108" y="844"/>
                      <a:pt x="337" y="1380"/>
                    </a:cubicBezTo>
                    <a:cubicBezTo>
                      <a:pt x="416" y="1567"/>
                      <a:pt x="500" y="1731"/>
                      <a:pt x="584" y="1880"/>
                    </a:cubicBezTo>
                    <a:cubicBezTo>
                      <a:pt x="623" y="1950"/>
                      <a:pt x="693" y="1985"/>
                      <a:pt x="764" y="1985"/>
                    </a:cubicBezTo>
                    <a:cubicBezTo>
                      <a:pt x="834" y="1985"/>
                      <a:pt x="906" y="1950"/>
                      <a:pt x="948" y="1880"/>
                    </a:cubicBezTo>
                    <a:cubicBezTo>
                      <a:pt x="1032" y="1731"/>
                      <a:pt x="1116" y="1567"/>
                      <a:pt x="1194" y="1380"/>
                    </a:cubicBezTo>
                    <a:cubicBezTo>
                      <a:pt x="1418" y="844"/>
                      <a:pt x="1502" y="355"/>
                      <a:pt x="15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5"/>
              <p:cNvSpPr/>
              <p:nvPr/>
            </p:nvSpPr>
            <p:spPr>
              <a:xfrm>
                <a:off x="2434657" y="468218"/>
                <a:ext cx="533432" cy="510150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2235" extrusionOk="0">
                    <a:moveTo>
                      <a:pt x="0" y="1"/>
                    </a:moveTo>
                    <a:lnTo>
                      <a:pt x="0" y="663"/>
                    </a:lnTo>
                    <a:lnTo>
                      <a:pt x="2052" y="2235"/>
                    </a:lnTo>
                    <a:lnTo>
                      <a:pt x="2336" y="8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5"/>
              <p:cNvSpPr/>
              <p:nvPr/>
            </p:nvSpPr>
            <p:spPr>
              <a:xfrm>
                <a:off x="3033813" y="468218"/>
                <a:ext cx="533660" cy="510150"/>
              </a:xfrm>
              <a:custGeom>
                <a:avLst/>
                <a:gdLst/>
                <a:ahLst/>
                <a:cxnLst/>
                <a:rect l="l" t="t" r="r" b="b"/>
                <a:pathLst>
                  <a:path w="2338" h="2235" extrusionOk="0">
                    <a:moveTo>
                      <a:pt x="2338" y="1"/>
                    </a:moveTo>
                    <a:lnTo>
                      <a:pt x="0" y="887"/>
                    </a:lnTo>
                    <a:lnTo>
                      <a:pt x="286" y="2235"/>
                    </a:lnTo>
                    <a:lnTo>
                      <a:pt x="2338" y="663"/>
                    </a:lnTo>
                    <a:lnTo>
                      <a:pt x="2338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45"/>
              <p:cNvSpPr/>
              <p:nvPr/>
            </p:nvSpPr>
            <p:spPr>
              <a:xfrm>
                <a:off x="2797346" y="653557"/>
                <a:ext cx="198354" cy="91484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4008" extrusionOk="0">
                    <a:moveTo>
                      <a:pt x="551" y="0"/>
                    </a:moveTo>
                    <a:cubicBezTo>
                      <a:pt x="416" y="565"/>
                      <a:pt x="300" y="1171"/>
                      <a:pt x="207" y="1815"/>
                    </a:cubicBezTo>
                    <a:cubicBezTo>
                      <a:pt x="90" y="2594"/>
                      <a:pt x="29" y="3330"/>
                      <a:pt x="1" y="4008"/>
                    </a:cubicBezTo>
                    <a:lnTo>
                      <a:pt x="868" y="4008"/>
                    </a:lnTo>
                    <a:lnTo>
                      <a:pt x="868" y="112"/>
                    </a:lnTo>
                    <a:lnTo>
                      <a:pt x="55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45"/>
              <p:cNvSpPr/>
              <p:nvPr/>
            </p:nvSpPr>
            <p:spPr>
              <a:xfrm>
                <a:off x="2613377" y="2674252"/>
                <a:ext cx="336448" cy="299471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1312" extrusionOk="0">
                    <a:moveTo>
                      <a:pt x="1474" y="1"/>
                    </a:moveTo>
                    <a:lnTo>
                      <a:pt x="1474" y="1"/>
                    </a:lnTo>
                    <a:cubicBezTo>
                      <a:pt x="1409" y="102"/>
                      <a:pt x="1265" y="298"/>
                      <a:pt x="1008" y="434"/>
                    </a:cubicBezTo>
                    <a:cubicBezTo>
                      <a:pt x="821" y="529"/>
                      <a:pt x="636" y="560"/>
                      <a:pt x="476" y="560"/>
                    </a:cubicBezTo>
                    <a:cubicBezTo>
                      <a:pt x="236" y="560"/>
                      <a:pt x="51" y="491"/>
                      <a:pt x="1" y="472"/>
                    </a:cubicBezTo>
                    <a:lnTo>
                      <a:pt x="1" y="472"/>
                    </a:lnTo>
                    <a:lnTo>
                      <a:pt x="1428" y="1311"/>
                    </a:lnTo>
                    <a:lnTo>
                      <a:pt x="147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0" name="Google Shape;1020;p45"/>
            <p:cNvSpPr/>
            <p:nvPr/>
          </p:nvSpPr>
          <p:spPr>
            <a:xfrm>
              <a:off x="2995467" y="657893"/>
              <a:ext cx="199495" cy="918955"/>
            </a:xfrm>
            <a:custGeom>
              <a:avLst/>
              <a:gdLst/>
              <a:ahLst/>
              <a:cxnLst/>
              <a:rect l="l" t="t" r="r" b="b"/>
              <a:pathLst>
                <a:path w="874" h="4026" extrusionOk="0">
                  <a:moveTo>
                    <a:pt x="318" y="0"/>
                  </a:moveTo>
                  <a:lnTo>
                    <a:pt x="0" y="93"/>
                  </a:lnTo>
                  <a:lnTo>
                    <a:pt x="0" y="4026"/>
                  </a:lnTo>
                  <a:lnTo>
                    <a:pt x="873" y="4026"/>
                  </a:lnTo>
                  <a:cubicBezTo>
                    <a:pt x="845" y="3345"/>
                    <a:pt x="779" y="2612"/>
                    <a:pt x="667" y="1834"/>
                  </a:cubicBezTo>
                  <a:cubicBezTo>
                    <a:pt x="575" y="1180"/>
                    <a:pt x="454" y="569"/>
                    <a:pt x="318" y="0"/>
                  </a:cubicBezTo>
                  <a:close/>
                </a:path>
              </a:pathLst>
            </a:custGeom>
            <a:solidFill>
              <a:srgbClr val="1B14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5"/>
            <p:cNvSpPr/>
            <p:nvPr/>
          </p:nvSpPr>
          <p:spPr>
            <a:xfrm>
              <a:off x="2233341" y="2520868"/>
              <a:ext cx="166170" cy="261124"/>
            </a:xfrm>
            <a:custGeom>
              <a:avLst/>
              <a:gdLst/>
              <a:ahLst/>
              <a:cxnLst/>
              <a:rect l="l" t="t" r="r" b="b"/>
              <a:pathLst>
                <a:path w="728" h="1144" extrusionOk="0">
                  <a:moveTo>
                    <a:pt x="228" y="1"/>
                  </a:moveTo>
                  <a:cubicBezTo>
                    <a:pt x="103" y="1"/>
                    <a:pt x="0" y="103"/>
                    <a:pt x="0" y="229"/>
                  </a:cubicBezTo>
                  <a:lnTo>
                    <a:pt x="0" y="914"/>
                  </a:lnTo>
                  <a:cubicBezTo>
                    <a:pt x="0" y="1041"/>
                    <a:pt x="103" y="1144"/>
                    <a:pt x="228" y="1144"/>
                  </a:cubicBezTo>
                  <a:lnTo>
                    <a:pt x="504" y="1144"/>
                  </a:lnTo>
                  <a:cubicBezTo>
                    <a:pt x="630" y="1144"/>
                    <a:pt x="728" y="1041"/>
                    <a:pt x="728" y="914"/>
                  </a:cubicBezTo>
                  <a:lnTo>
                    <a:pt x="728" y="229"/>
                  </a:lnTo>
                  <a:cubicBezTo>
                    <a:pt x="728" y="103"/>
                    <a:pt x="630" y="1"/>
                    <a:pt x="5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5"/>
            <p:cNvSpPr/>
            <p:nvPr/>
          </p:nvSpPr>
          <p:spPr>
            <a:xfrm>
              <a:off x="3697108" y="2563322"/>
              <a:ext cx="166170" cy="260211"/>
            </a:xfrm>
            <a:custGeom>
              <a:avLst/>
              <a:gdLst/>
              <a:ahLst/>
              <a:cxnLst/>
              <a:rect l="l" t="t" r="r" b="b"/>
              <a:pathLst>
                <a:path w="728" h="1140" extrusionOk="0">
                  <a:moveTo>
                    <a:pt x="229" y="1"/>
                  </a:moveTo>
                  <a:cubicBezTo>
                    <a:pt x="103" y="1"/>
                    <a:pt x="0" y="99"/>
                    <a:pt x="0" y="225"/>
                  </a:cubicBezTo>
                  <a:lnTo>
                    <a:pt x="0" y="915"/>
                  </a:lnTo>
                  <a:cubicBezTo>
                    <a:pt x="0" y="1036"/>
                    <a:pt x="103" y="1139"/>
                    <a:pt x="229" y="1139"/>
                  </a:cubicBezTo>
                  <a:lnTo>
                    <a:pt x="504" y="1139"/>
                  </a:lnTo>
                  <a:cubicBezTo>
                    <a:pt x="630" y="1139"/>
                    <a:pt x="728" y="1036"/>
                    <a:pt x="728" y="915"/>
                  </a:cubicBezTo>
                  <a:lnTo>
                    <a:pt x="728" y="225"/>
                  </a:lnTo>
                  <a:cubicBezTo>
                    <a:pt x="728" y="99"/>
                    <a:pt x="630" y="1"/>
                    <a:pt x="5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5"/>
            <p:cNvSpPr/>
            <p:nvPr/>
          </p:nvSpPr>
          <p:spPr>
            <a:xfrm>
              <a:off x="1600860" y="2069390"/>
              <a:ext cx="1338487" cy="904346"/>
            </a:xfrm>
            <a:custGeom>
              <a:avLst/>
              <a:gdLst/>
              <a:ahLst/>
              <a:cxnLst/>
              <a:rect l="l" t="t" r="r" b="b"/>
              <a:pathLst>
                <a:path w="5864" h="3962" extrusionOk="0">
                  <a:moveTo>
                    <a:pt x="0" y="1"/>
                  </a:moveTo>
                  <a:lnTo>
                    <a:pt x="0" y="234"/>
                  </a:lnTo>
                  <a:lnTo>
                    <a:pt x="5864" y="3961"/>
                  </a:lnTo>
                  <a:lnTo>
                    <a:pt x="5864" y="24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33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5"/>
            <p:cNvSpPr/>
            <p:nvPr/>
          </p:nvSpPr>
          <p:spPr>
            <a:xfrm>
              <a:off x="1600860" y="1971699"/>
              <a:ext cx="1348987" cy="1002039"/>
            </a:xfrm>
            <a:custGeom>
              <a:avLst/>
              <a:gdLst/>
              <a:ahLst/>
              <a:cxnLst/>
              <a:rect l="l" t="t" r="r" b="b"/>
              <a:pathLst>
                <a:path w="5910" h="4390" extrusionOk="0">
                  <a:moveTo>
                    <a:pt x="0" y="0"/>
                  </a:moveTo>
                  <a:lnTo>
                    <a:pt x="0" y="942"/>
                  </a:lnTo>
                  <a:lnTo>
                    <a:pt x="5864" y="4389"/>
                  </a:lnTo>
                  <a:lnTo>
                    <a:pt x="5910" y="1525"/>
                  </a:lnTo>
                  <a:lnTo>
                    <a:pt x="4002" y="1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5"/>
            <p:cNvSpPr/>
            <p:nvPr/>
          </p:nvSpPr>
          <p:spPr>
            <a:xfrm>
              <a:off x="3276443" y="1971699"/>
              <a:ext cx="1349444" cy="1002039"/>
            </a:xfrm>
            <a:custGeom>
              <a:avLst/>
              <a:gdLst/>
              <a:ahLst/>
              <a:cxnLst/>
              <a:rect l="l" t="t" r="r" b="b"/>
              <a:pathLst>
                <a:path w="5912" h="4390" extrusionOk="0">
                  <a:moveTo>
                    <a:pt x="5911" y="0"/>
                  </a:moveTo>
                  <a:lnTo>
                    <a:pt x="1909" y="1525"/>
                  </a:lnTo>
                  <a:lnTo>
                    <a:pt x="1" y="1525"/>
                  </a:lnTo>
                  <a:lnTo>
                    <a:pt x="48" y="4389"/>
                  </a:lnTo>
                  <a:lnTo>
                    <a:pt x="5911" y="942"/>
                  </a:lnTo>
                  <a:lnTo>
                    <a:pt x="591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5"/>
            <p:cNvSpPr/>
            <p:nvPr/>
          </p:nvSpPr>
          <p:spPr>
            <a:xfrm>
              <a:off x="2916721" y="1579794"/>
              <a:ext cx="391914" cy="2188052"/>
            </a:xfrm>
            <a:custGeom>
              <a:avLst/>
              <a:gdLst/>
              <a:ahLst/>
              <a:cxnLst/>
              <a:rect l="l" t="t" r="r" b="b"/>
              <a:pathLst>
                <a:path w="1717" h="9586" extrusionOk="0">
                  <a:moveTo>
                    <a:pt x="0" y="0"/>
                  </a:moveTo>
                  <a:cubicBezTo>
                    <a:pt x="33" y="3196"/>
                    <a:pt x="65" y="6391"/>
                    <a:pt x="99" y="9586"/>
                  </a:cubicBezTo>
                  <a:lnTo>
                    <a:pt x="1624" y="9586"/>
                  </a:lnTo>
                  <a:cubicBezTo>
                    <a:pt x="1656" y="6391"/>
                    <a:pt x="1689" y="3196"/>
                    <a:pt x="1717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5"/>
            <p:cNvSpPr/>
            <p:nvPr/>
          </p:nvSpPr>
          <p:spPr>
            <a:xfrm>
              <a:off x="2939090" y="3767568"/>
              <a:ext cx="348317" cy="453314"/>
            </a:xfrm>
            <a:custGeom>
              <a:avLst/>
              <a:gdLst/>
              <a:ahLst/>
              <a:cxnLst/>
              <a:rect l="l" t="t" r="r" b="b"/>
              <a:pathLst>
                <a:path w="1526" h="1986" extrusionOk="0">
                  <a:moveTo>
                    <a:pt x="1" y="1"/>
                  </a:moveTo>
                  <a:cubicBezTo>
                    <a:pt x="29" y="355"/>
                    <a:pt x="107" y="845"/>
                    <a:pt x="331" y="1381"/>
                  </a:cubicBezTo>
                  <a:cubicBezTo>
                    <a:pt x="411" y="1568"/>
                    <a:pt x="495" y="1731"/>
                    <a:pt x="583" y="1880"/>
                  </a:cubicBezTo>
                  <a:cubicBezTo>
                    <a:pt x="623" y="1950"/>
                    <a:pt x="693" y="1985"/>
                    <a:pt x="763" y="1985"/>
                  </a:cubicBezTo>
                  <a:cubicBezTo>
                    <a:pt x="833" y="1985"/>
                    <a:pt x="903" y="1950"/>
                    <a:pt x="942" y="1880"/>
                  </a:cubicBezTo>
                  <a:cubicBezTo>
                    <a:pt x="1031" y="1731"/>
                    <a:pt x="1115" y="1568"/>
                    <a:pt x="1190" y="1381"/>
                  </a:cubicBezTo>
                  <a:cubicBezTo>
                    <a:pt x="1418" y="845"/>
                    <a:pt x="1498" y="355"/>
                    <a:pt x="152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5"/>
            <p:cNvSpPr/>
            <p:nvPr/>
          </p:nvSpPr>
          <p:spPr>
            <a:xfrm>
              <a:off x="2554717" y="480087"/>
              <a:ext cx="533660" cy="510150"/>
            </a:xfrm>
            <a:custGeom>
              <a:avLst/>
              <a:gdLst/>
              <a:ahLst/>
              <a:cxnLst/>
              <a:rect l="l" t="t" r="r" b="b"/>
              <a:pathLst>
                <a:path w="2338" h="2235" extrusionOk="0">
                  <a:moveTo>
                    <a:pt x="0" y="0"/>
                  </a:moveTo>
                  <a:lnTo>
                    <a:pt x="0" y="663"/>
                  </a:lnTo>
                  <a:lnTo>
                    <a:pt x="2053" y="2234"/>
                  </a:lnTo>
                  <a:lnTo>
                    <a:pt x="2338" y="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5"/>
            <p:cNvSpPr/>
            <p:nvPr/>
          </p:nvSpPr>
          <p:spPr>
            <a:xfrm>
              <a:off x="3152960" y="480087"/>
              <a:ext cx="533888" cy="510150"/>
            </a:xfrm>
            <a:custGeom>
              <a:avLst/>
              <a:gdLst/>
              <a:ahLst/>
              <a:cxnLst/>
              <a:rect l="l" t="t" r="r" b="b"/>
              <a:pathLst>
                <a:path w="2339" h="2235" extrusionOk="0">
                  <a:moveTo>
                    <a:pt x="2338" y="0"/>
                  </a:moveTo>
                  <a:lnTo>
                    <a:pt x="1" y="891"/>
                  </a:lnTo>
                  <a:lnTo>
                    <a:pt x="290" y="2234"/>
                  </a:lnTo>
                  <a:lnTo>
                    <a:pt x="2338" y="663"/>
                  </a:lnTo>
                  <a:lnTo>
                    <a:pt x="233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5"/>
            <p:cNvSpPr/>
            <p:nvPr/>
          </p:nvSpPr>
          <p:spPr>
            <a:xfrm>
              <a:off x="2916721" y="665197"/>
              <a:ext cx="199267" cy="914846"/>
            </a:xfrm>
            <a:custGeom>
              <a:avLst/>
              <a:gdLst/>
              <a:ahLst/>
              <a:cxnLst/>
              <a:rect l="l" t="t" r="r" b="b"/>
              <a:pathLst>
                <a:path w="873" h="4008" extrusionOk="0">
                  <a:moveTo>
                    <a:pt x="551" y="1"/>
                  </a:moveTo>
                  <a:cubicBezTo>
                    <a:pt x="420" y="570"/>
                    <a:pt x="299" y="1172"/>
                    <a:pt x="205" y="1815"/>
                  </a:cubicBezTo>
                  <a:cubicBezTo>
                    <a:pt x="93" y="2599"/>
                    <a:pt x="28" y="3331"/>
                    <a:pt x="0" y="4007"/>
                  </a:cubicBezTo>
                  <a:lnTo>
                    <a:pt x="872" y="4007"/>
                  </a:lnTo>
                  <a:lnTo>
                    <a:pt x="872" y="117"/>
                  </a:lnTo>
                  <a:lnTo>
                    <a:pt x="551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3115755" y="669534"/>
              <a:ext cx="198354" cy="919183"/>
            </a:xfrm>
            <a:custGeom>
              <a:avLst/>
              <a:gdLst/>
              <a:ahLst/>
              <a:cxnLst/>
              <a:rect l="l" t="t" r="r" b="b"/>
              <a:pathLst>
                <a:path w="869" h="4027" extrusionOk="0">
                  <a:moveTo>
                    <a:pt x="318" y="1"/>
                  </a:moveTo>
                  <a:lnTo>
                    <a:pt x="0" y="98"/>
                  </a:lnTo>
                  <a:lnTo>
                    <a:pt x="0" y="4026"/>
                  </a:lnTo>
                  <a:lnTo>
                    <a:pt x="868" y="4026"/>
                  </a:lnTo>
                  <a:cubicBezTo>
                    <a:pt x="840" y="3350"/>
                    <a:pt x="780" y="2612"/>
                    <a:pt x="668" y="1833"/>
                  </a:cubicBezTo>
                  <a:cubicBezTo>
                    <a:pt x="570" y="1185"/>
                    <a:pt x="453" y="569"/>
                    <a:pt x="31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2636658" y="629134"/>
              <a:ext cx="357904" cy="266374"/>
            </a:xfrm>
            <a:custGeom>
              <a:avLst/>
              <a:gdLst/>
              <a:ahLst/>
              <a:cxnLst/>
              <a:rect l="l" t="t" r="r" b="b"/>
              <a:pathLst>
                <a:path w="1568" h="1167" fill="none" extrusionOk="0">
                  <a:moveTo>
                    <a:pt x="1" y="1"/>
                  </a:moveTo>
                  <a:lnTo>
                    <a:pt x="1568" y="1166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3214815" y="629134"/>
              <a:ext cx="399446" cy="266374"/>
            </a:xfrm>
            <a:custGeom>
              <a:avLst/>
              <a:gdLst/>
              <a:ahLst/>
              <a:cxnLst/>
              <a:rect l="l" t="t" r="r" b="b"/>
              <a:pathLst>
                <a:path w="1750" h="1167" fill="none" extrusionOk="0">
                  <a:moveTo>
                    <a:pt x="1" y="1166"/>
                  </a:moveTo>
                  <a:lnTo>
                    <a:pt x="1749" y="1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11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3078550" y="652415"/>
              <a:ext cx="74639" cy="692754"/>
            </a:xfrm>
            <a:custGeom>
              <a:avLst/>
              <a:gdLst/>
              <a:ahLst/>
              <a:cxnLst/>
              <a:rect l="l" t="t" r="r" b="b"/>
              <a:pathLst>
                <a:path w="327" h="3035" extrusionOk="0">
                  <a:moveTo>
                    <a:pt x="164" y="1"/>
                  </a:moveTo>
                  <a:cubicBezTo>
                    <a:pt x="119" y="1"/>
                    <a:pt x="75" y="29"/>
                    <a:pt x="71" y="85"/>
                  </a:cubicBezTo>
                  <a:cubicBezTo>
                    <a:pt x="24" y="504"/>
                    <a:pt x="0" y="957"/>
                    <a:pt x="6" y="1447"/>
                  </a:cubicBezTo>
                  <a:cubicBezTo>
                    <a:pt x="10" y="2011"/>
                    <a:pt x="56" y="2534"/>
                    <a:pt x="122" y="3000"/>
                  </a:cubicBezTo>
                  <a:cubicBezTo>
                    <a:pt x="127" y="3023"/>
                    <a:pt x="145" y="3035"/>
                    <a:pt x="164" y="3035"/>
                  </a:cubicBezTo>
                  <a:cubicBezTo>
                    <a:pt x="182" y="3035"/>
                    <a:pt x="201" y="3023"/>
                    <a:pt x="206" y="3000"/>
                  </a:cubicBezTo>
                  <a:cubicBezTo>
                    <a:pt x="271" y="2534"/>
                    <a:pt x="313" y="2011"/>
                    <a:pt x="322" y="1447"/>
                  </a:cubicBezTo>
                  <a:cubicBezTo>
                    <a:pt x="327" y="957"/>
                    <a:pt x="299" y="504"/>
                    <a:pt x="258" y="85"/>
                  </a:cubicBezTo>
                  <a:cubicBezTo>
                    <a:pt x="252" y="29"/>
                    <a:pt x="208" y="1"/>
                    <a:pt x="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5"/>
            <p:cNvSpPr/>
            <p:nvPr/>
          </p:nvSpPr>
          <p:spPr>
            <a:xfrm>
              <a:off x="1733930" y="2165255"/>
              <a:ext cx="1071429" cy="576116"/>
            </a:xfrm>
            <a:custGeom>
              <a:avLst/>
              <a:gdLst/>
              <a:ahLst/>
              <a:cxnLst/>
              <a:rect l="l" t="t" r="r" b="b"/>
              <a:pathLst>
                <a:path w="4694" h="2524" extrusionOk="0">
                  <a:moveTo>
                    <a:pt x="24" y="1"/>
                  </a:moveTo>
                  <a:lnTo>
                    <a:pt x="1" y="48"/>
                  </a:lnTo>
                  <a:lnTo>
                    <a:pt x="4670" y="2524"/>
                  </a:lnTo>
                  <a:lnTo>
                    <a:pt x="4693" y="2478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5"/>
            <p:cNvSpPr/>
            <p:nvPr/>
          </p:nvSpPr>
          <p:spPr>
            <a:xfrm>
              <a:off x="3351994" y="2136724"/>
              <a:ext cx="1188524" cy="632495"/>
            </a:xfrm>
            <a:custGeom>
              <a:avLst/>
              <a:gdLst/>
              <a:ahLst/>
              <a:cxnLst/>
              <a:rect l="l" t="t" r="r" b="b"/>
              <a:pathLst>
                <a:path w="5207" h="2771" extrusionOk="0">
                  <a:moveTo>
                    <a:pt x="5178" y="0"/>
                  </a:moveTo>
                  <a:lnTo>
                    <a:pt x="1" y="2724"/>
                  </a:lnTo>
                  <a:lnTo>
                    <a:pt x="29" y="2771"/>
                  </a:lnTo>
                  <a:lnTo>
                    <a:pt x="5206" y="46"/>
                  </a:lnTo>
                  <a:lnTo>
                    <a:pt x="5178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5"/>
            <p:cNvSpPr/>
            <p:nvPr/>
          </p:nvSpPr>
          <p:spPr>
            <a:xfrm>
              <a:off x="3019890" y="3949483"/>
              <a:ext cx="186484" cy="73955"/>
            </a:xfrm>
            <a:custGeom>
              <a:avLst/>
              <a:gdLst/>
              <a:ahLst/>
              <a:cxnLst/>
              <a:rect l="l" t="t" r="r" b="b"/>
              <a:pathLst>
                <a:path w="817" h="324" extrusionOk="0">
                  <a:moveTo>
                    <a:pt x="57" y="1"/>
                  </a:moveTo>
                  <a:lnTo>
                    <a:pt x="1" y="90"/>
                  </a:lnTo>
                  <a:lnTo>
                    <a:pt x="300" y="291"/>
                  </a:lnTo>
                  <a:cubicBezTo>
                    <a:pt x="337" y="314"/>
                    <a:pt x="379" y="323"/>
                    <a:pt x="416" y="323"/>
                  </a:cubicBezTo>
                  <a:cubicBezTo>
                    <a:pt x="463" y="323"/>
                    <a:pt x="504" y="314"/>
                    <a:pt x="543" y="286"/>
                  </a:cubicBezTo>
                  <a:lnTo>
                    <a:pt x="817" y="85"/>
                  </a:lnTo>
                  <a:lnTo>
                    <a:pt x="756" y="1"/>
                  </a:lnTo>
                  <a:lnTo>
                    <a:pt x="476" y="202"/>
                  </a:lnTo>
                  <a:cubicBezTo>
                    <a:pt x="460" y="213"/>
                    <a:pt x="439" y="219"/>
                    <a:pt x="418" y="219"/>
                  </a:cubicBezTo>
                  <a:cubicBezTo>
                    <a:pt x="397" y="219"/>
                    <a:pt x="376" y="213"/>
                    <a:pt x="360" y="202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281B396-2806-EC9D-F8FB-95B11FA0ADB5}"/>
              </a:ext>
            </a:extLst>
          </p:cNvPr>
          <p:cNvSpPr txBox="1"/>
          <p:nvPr/>
        </p:nvSpPr>
        <p:spPr>
          <a:xfrm>
            <a:off x="227258" y="438858"/>
            <a:ext cx="8171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</a:rPr>
              <a:t>Beyond the Data: Next Steps for the Aviation Division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461D9-C177-11F6-BE0C-58507068D877}"/>
              </a:ext>
            </a:extLst>
          </p:cNvPr>
          <p:cNvSpPr txBox="1"/>
          <p:nvPr/>
        </p:nvSpPr>
        <p:spPr>
          <a:xfrm>
            <a:off x="388051" y="1073146"/>
            <a:ext cx="2525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1" indent="0"/>
            <a:r>
              <a:rPr lang="en-GB" sz="1600" b="1" dirty="0"/>
              <a:t>For Immediate Action:</a:t>
            </a:r>
            <a:endParaRPr lang="en-GB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36;p72">
            <a:extLst>
              <a:ext uri="{FF2B5EF4-FFF2-40B4-BE49-F238E27FC236}">
                <a16:creationId xmlns:a16="http://schemas.microsoft.com/office/drawing/2014/main" id="{8C19D27D-E160-6D01-E97E-05180D9C2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49275" y="674350"/>
            <a:ext cx="39816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Thanks!</a:t>
            </a:r>
            <a:endParaRPr sz="5400" dirty="0"/>
          </a:p>
        </p:txBody>
      </p:sp>
      <p:sp>
        <p:nvSpPr>
          <p:cNvPr id="5" name="Google Shape;1837;p72">
            <a:extLst>
              <a:ext uri="{FF2B5EF4-FFF2-40B4-BE49-F238E27FC236}">
                <a16:creationId xmlns:a16="http://schemas.microsoft.com/office/drawing/2014/main" id="{4EE7772E-68ED-FBDF-3FAD-93230A85C96B}"/>
              </a:ext>
            </a:extLst>
          </p:cNvPr>
          <p:cNvSpPr txBox="1">
            <a:spLocks/>
          </p:cNvSpPr>
          <p:nvPr/>
        </p:nvSpPr>
        <p:spPr>
          <a:xfrm>
            <a:off x="4449286" y="1524038"/>
            <a:ext cx="3981600" cy="62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r">
              <a:buFont typeface="Nunito Light"/>
              <a:buNone/>
            </a:pPr>
            <a:r>
              <a:rPr lang="en-GB" sz="2100" b="1">
                <a:solidFill>
                  <a:schemeClr val="accent3"/>
                </a:solidFill>
                <a:latin typeface="Rubik"/>
                <a:ea typeface="Rubik"/>
                <a:cs typeface="Rubik"/>
                <a:sym typeface="Rubik"/>
              </a:rPr>
              <a:t>Do you have any questions?</a:t>
            </a:r>
            <a:endParaRPr lang="en-GB" sz="2000" dirty="0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grpSp>
        <p:nvGrpSpPr>
          <p:cNvPr id="6" name="Google Shape;1839;p72">
            <a:extLst>
              <a:ext uri="{FF2B5EF4-FFF2-40B4-BE49-F238E27FC236}">
                <a16:creationId xmlns:a16="http://schemas.microsoft.com/office/drawing/2014/main" id="{4B9F5236-3046-FB47-9596-99658FCF3E86}"/>
              </a:ext>
            </a:extLst>
          </p:cNvPr>
          <p:cNvGrpSpPr/>
          <p:nvPr/>
        </p:nvGrpSpPr>
        <p:grpSpPr>
          <a:xfrm flipH="1">
            <a:off x="-925541" y="1486783"/>
            <a:ext cx="5374816" cy="2196081"/>
            <a:chOff x="4248000" y="2906219"/>
            <a:chExt cx="4155250" cy="1697782"/>
          </a:xfrm>
        </p:grpSpPr>
        <p:sp>
          <p:nvSpPr>
            <p:cNvPr id="7" name="Google Shape;1840;p72">
              <a:extLst>
                <a:ext uri="{FF2B5EF4-FFF2-40B4-BE49-F238E27FC236}">
                  <a16:creationId xmlns:a16="http://schemas.microsoft.com/office/drawing/2014/main" id="{3862CB07-0FBC-03FD-F11E-206CE238BFAC}"/>
                </a:ext>
              </a:extLst>
            </p:cNvPr>
            <p:cNvSpPr/>
            <p:nvPr/>
          </p:nvSpPr>
          <p:spPr>
            <a:xfrm>
              <a:off x="4248000" y="3223165"/>
              <a:ext cx="4083811" cy="1380836"/>
            </a:xfrm>
            <a:custGeom>
              <a:avLst/>
              <a:gdLst/>
              <a:ahLst/>
              <a:cxnLst/>
              <a:rect l="l" t="t" r="r" b="b"/>
              <a:pathLst>
                <a:path w="18103" h="6121" extrusionOk="0">
                  <a:moveTo>
                    <a:pt x="4786" y="1"/>
                  </a:moveTo>
                  <a:cubicBezTo>
                    <a:pt x="4138" y="197"/>
                    <a:pt x="3154" y="537"/>
                    <a:pt x="2057" y="1120"/>
                  </a:cubicBezTo>
                  <a:cubicBezTo>
                    <a:pt x="994" y="1680"/>
                    <a:pt x="244" y="2076"/>
                    <a:pt x="52" y="2528"/>
                  </a:cubicBezTo>
                  <a:cubicBezTo>
                    <a:pt x="24" y="2598"/>
                    <a:pt x="10" y="2668"/>
                    <a:pt x="10" y="2743"/>
                  </a:cubicBezTo>
                  <a:cubicBezTo>
                    <a:pt x="1" y="3424"/>
                    <a:pt x="1279" y="4119"/>
                    <a:pt x="3047" y="4483"/>
                  </a:cubicBezTo>
                  <a:cubicBezTo>
                    <a:pt x="4446" y="4823"/>
                    <a:pt x="5953" y="5131"/>
                    <a:pt x="7561" y="5387"/>
                  </a:cubicBezTo>
                  <a:cubicBezTo>
                    <a:pt x="11002" y="5932"/>
                    <a:pt x="14174" y="6121"/>
                    <a:pt x="16965" y="6121"/>
                  </a:cubicBezTo>
                  <a:cubicBezTo>
                    <a:pt x="17352" y="6121"/>
                    <a:pt x="17731" y="6117"/>
                    <a:pt x="18103" y="6111"/>
                  </a:cubicBezTo>
                  <a:lnTo>
                    <a:pt x="1810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41;p72">
              <a:extLst>
                <a:ext uri="{FF2B5EF4-FFF2-40B4-BE49-F238E27FC236}">
                  <a16:creationId xmlns:a16="http://schemas.microsoft.com/office/drawing/2014/main" id="{4C5CBB64-9750-D885-5FAD-B29F8500C3B4}"/>
                </a:ext>
              </a:extLst>
            </p:cNvPr>
            <p:cNvSpPr/>
            <p:nvPr/>
          </p:nvSpPr>
          <p:spPr>
            <a:xfrm>
              <a:off x="4249128" y="3793441"/>
              <a:ext cx="4082683" cy="810319"/>
            </a:xfrm>
            <a:custGeom>
              <a:avLst/>
              <a:gdLst/>
              <a:ahLst/>
              <a:cxnLst/>
              <a:rect l="l" t="t" r="r" b="b"/>
              <a:pathLst>
                <a:path w="18098" h="3592" extrusionOk="0">
                  <a:moveTo>
                    <a:pt x="47" y="0"/>
                  </a:moveTo>
                  <a:cubicBezTo>
                    <a:pt x="19" y="70"/>
                    <a:pt x="5" y="140"/>
                    <a:pt x="5" y="215"/>
                  </a:cubicBezTo>
                  <a:cubicBezTo>
                    <a:pt x="0" y="411"/>
                    <a:pt x="108" y="607"/>
                    <a:pt x="299" y="797"/>
                  </a:cubicBezTo>
                  <a:cubicBezTo>
                    <a:pt x="770" y="1269"/>
                    <a:pt x="1782" y="1699"/>
                    <a:pt x="3042" y="1955"/>
                  </a:cubicBezTo>
                  <a:cubicBezTo>
                    <a:pt x="4441" y="2295"/>
                    <a:pt x="5948" y="2603"/>
                    <a:pt x="7556" y="2859"/>
                  </a:cubicBezTo>
                  <a:cubicBezTo>
                    <a:pt x="7845" y="2906"/>
                    <a:pt x="8135" y="2948"/>
                    <a:pt x="8424" y="2990"/>
                  </a:cubicBezTo>
                  <a:lnTo>
                    <a:pt x="8494" y="2999"/>
                  </a:lnTo>
                  <a:lnTo>
                    <a:pt x="8494" y="1955"/>
                  </a:lnTo>
                  <a:lnTo>
                    <a:pt x="17076" y="1955"/>
                  </a:lnTo>
                  <a:lnTo>
                    <a:pt x="17076" y="3591"/>
                  </a:lnTo>
                  <a:lnTo>
                    <a:pt x="17146" y="3591"/>
                  </a:lnTo>
                  <a:cubicBezTo>
                    <a:pt x="17468" y="3591"/>
                    <a:pt x="17786" y="3587"/>
                    <a:pt x="18098" y="3578"/>
                  </a:cubicBezTo>
                  <a:lnTo>
                    <a:pt x="1809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42;p72">
              <a:extLst>
                <a:ext uri="{FF2B5EF4-FFF2-40B4-BE49-F238E27FC236}">
                  <a16:creationId xmlns:a16="http://schemas.microsoft.com/office/drawing/2014/main" id="{D99CBBC6-1E9D-62AB-BB27-C3BEA3303F4F}"/>
                </a:ext>
              </a:extLst>
            </p:cNvPr>
            <p:cNvSpPr/>
            <p:nvPr/>
          </p:nvSpPr>
          <p:spPr>
            <a:xfrm>
              <a:off x="4249128" y="3793441"/>
              <a:ext cx="4082683" cy="180021"/>
            </a:xfrm>
            <a:custGeom>
              <a:avLst/>
              <a:gdLst/>
              <a:ahLst/>
              <a:cxnLst/>
              <a:rect l="l" t="t" r="r" b="b"/>
              <a:pathLst>
                <a:path w="18098" h="798" extrusionOk="0">
                  <a:moveTo>
                    <a:pt x="47" y="0"/>
                  </a:moveTo>
                  <a:cubicBezTo>
                    <a:pt x="19" y="70"/>
                    <a:pt x="5" y="140"/>
                    <a:pt x="5" y="215"/>
                  </a:cubicBezTo>
                  <a:cubicBezTo>
                    <a:pt x="0" y="411"/>
                    <a:pt x="108" y="607"/>
                    <a:pt x="299" y="797"/>
                  </a:cubicBezTo>
                  <a:lnTo>
                    <a:pt x="18098" y="797"/>
                  </a:lnTo>
                  <a:lnTo>
                    <a:pt x="180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43;p72">
              <a:extLst>
                <a:ext uri="{FF2B5EF4-FFF2-40B4-BE49-F238E27FC236}">
                  <a16:creationId xmlns:a16="http://schemas.microsoft.com/office/drawing/2014/main" id="{B20AAAFD-6090-9617-A646-19A9F629CB02}"/>
                </a:ext>
              </a:extLst>
            </p:cNvPr>
            <p:cNvSpPr/>
            <p:nvPr/>
          </p:nvSpPr>
          <p:spPr>
            <a:xfrm>
              <a:off x="5327642" y="2906219"/>
              <a:ext cx="3004149" cy="317180"/>
            </a:xfrm>
            <a:custGeom>
              <a:avLst/>
              <a:gdLst/>
              <a:ahLst/>
              <a:cxnLst/>
              <a:rect l="l" t="t" r="r" b="b"/>
              <a:pathLst>
                <a:path w="13317" h="1406" extrusionOk="0">
                  <a:moveTo>
                    <a:pt x="13317" y="1"/>
                  </a:moveTo>
                  <a:cubicBezTo>
                    <a:pt x="9804" y="20"/>
                    <a:pt x="6293" y="39"/>
                    <a:pt x="2775" y="57"/>
                  </a:cubicBezTo>
                  <a:cubicBezTo>
                    <a:pt x="2356" y="99"/>
                    <a:pt x="1567" y="230"/>
                    <a:pt x="797" y="720"/>
                  </a:cubicBezTo>
                  <a:cubicBezTo>
                    <a:pt x="439" y="948"/>
                    <a:pt x="182" y="1195"/>
                    <a:pt x="0" y="1406"/>
                  </a:cubicBezTo>
                  <a:lnTo>
                    <a:pt x="13317" y="1406"/>
                  </a:lnTo>
                  <a:lnTo>
                    <a:pt x="1331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44;p72">
              <a:extLst>
                <a:ext uri="{FF2B5EF4-FFF2-40B4-BE49-F238E27FC236}">
                  <a16:creationId xmlns:a16="http://schemas.microsoft.com/office/drawing/2014/main" id="{B4B012F7-26B8-B7C3-071D-38D3BA08AFFD}"/>
                </a:ext>
              </a:extLst>
            </p:cNvPr>
            <p:cNvSpPr/>
            <p:nvPr/>
          </p:nvSpPr>
          <p:spPr>
            <a:xfrm>
              <a:off x="6090566" y="3335506"/>
              <a:ext cx="387334" cy="591723"/>
            </a:xfrm>
            <a:custGeom>
              <a:avLst/>
              <a:gdLst/>
              <a:ahLst/>
              <a:cxnLst/>
              <a:rect l="l" t="t" r="r" b="b"/>
              <a:pathLst>
                <a:path w="1717" h="2623" extrusionOk="0">
                  <a:moveTo>
                    <a:pt x="1395" y="39"/>
                  </a:moveTo>
                  <a:cubicBezTo>
                    <a:pt x="1553" y="39"/>
                    <a:pt x="1684" y="164"/>
                    <a:pt x="1684" y="328"/>
                  </a:cubicBezTo>
                  <a:lnTo>
                    <a:pt x="1684" y="2296"/>
                  </a:lnTo>
                  <a:cubicBezTo>
                    <a:pt x="1684" y="2455"/>
                    <a:pt x="1553" y="2586"/>
                    <a:pt x="1395" y="2586"/>
                  </a:cubicBezTo>
                  <a:lnTo>
                    <a:pt x="326" y="2586"/>
                  </a:lnTo>
                  <a:cubicBezTo>
                    <a:pt x="163" y="2586"/>
                    <a:pt x="37" y="2455"/>
                    <a:pt x="37" y="2296"/>
                  </a:cubicBezTo>
                  <a:lnTo>
                    <a:pt x="37" y="328"/>
                  </a:lnTo>
                  <a:cubicBezTo>
                    <a:pt x="37" y="164"/>
                    <a:pt x="163" y="39"/>
                    <a:pt x="326" y="39"/>
                  </a:cubicBezTo>
                  <a:close/>
                  <a:moveTo>
                    <a:pt x="326" y="1"/>
                  </a:moveTo>
                  <a:cubicBezTo>
                    <a:pt x="144" y="1"/>
                    <a:pt x="0" y="146"/>
                    <a:pt x="0" y="328"/>
                  </a:cubicBezTo>
                  <a:lnTo>
                    <a:pt x="0" y="2296"/>
                  </a:lnTo>
                  <a:cubicBezTo>
                    <a:pt x="0" y="2478"/>
                    <a:pt x="144" y="2623"/>
                    <a:pt x="326" y="2623"/>
                  </a:cubicBezTo>
                  <a:lnTo>
                    <a:pt x="1395" y="2623"/>
                  </a:lnTo>
                  <a:cubicBezTo>
                    <a:pt x="1572" y="2623"/>
                    <a:pt x="1716" y="2478"/>
                    <a:pt x="1716" y="2296"/>
                  </a:cubicBezTo>
                  <a:lnTo>
                    <a:pt x="1716" y="328"/>
                  </a:lnTo>
                  <a:cubicBezTo>
                    <a:pt x="1716" y="146"/>
                    <a:pt x="1572" y="1"/>
                    <a:pt x="1395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45;p72">
              <a:extLst>
                <a:ext uri="{FF2B5EF4-FFF2-40B4-BE49-F238E27FC236}">
                  <a16:creationId xmlns:a16="http://schemas.microsoft.com/office/drawing/2014/main" id="{F6849479-CD8E-A311-7AB2-B119851D8C4F}"/>
                </a:ext>
              </a:extLst>
            </p:cNvPr>
            <p:cNvSpPr/>
            <p:nvPr/>
          </p:nvSpPr>
          <p:spPr>
            <a:xfrm>
              <a:off x="6836344" y="3430251"/>
              <a:ext cx="198066" cy="280408"/>
            </a:xfrm>
            <a:custGeom>
              <a:avLst/>
              <a:gdLst/>
              <a:ahLst/>
              <a:cxnLst/>
              <a:rect l="l" t="t" r="r" b="b"/>
              <a:pathLst>
                <a:path w="878" h="1243" extrusionOk="0">
                  <a:moveTo>
                    <a:pt x="668" y="39"/>
                  </a:moveTo>
                  <a:cubicBezTo>
                    <a:pt x="761" y="39"/>
                    <a:pt x="840" y="118"/>
                    <a:pt x="840" y="211"/>
                  </a:cubicBezTo>
                  <a:lnTo>
                    <a:pt x="840" y="1027"/>
                  </a:lnTo>
                  <a:cubicBezTo>
                    <a:pt x="840" y="1126"/>
                    <a:pt x="761" y="1204"/>
                    <a:pt x="668" y="1204"/>
                  </a:cubicBezTo>
                  <a:lnTo>
                    <a:pt x="210" y="1204"/>
                  </a:lnTo>
                  <a:cubicBezTo>
                    <a:pt x="113" y="1204"/>
                    <a:pt x="33" y="1126"/>
                    <a:pt x="33" y="1027"/>
                  </a:cubicBezTo>
                  <a:lnTo>
                    <a:pt x="33" y="211"/>
                  </a:lnTo>
                  <a:cubicBezTo>
                    <a:pt x="33" y="118"/>
                    <a:pt x="113" y="39"/>
                    <a:pt x="210" y="39"/>
                  </a:cubicBezTo>
                  <a:close/>
                  <a:moveTo>
                    <a:pt x="210" y="1"/>
                  </a:moveTo>
                  <a:cubicBezTo>
                    <a:pt x="94" y="1"/>
                    <a:pt x="1" y="95"/>
                    <a:pt x="1" y="211"/>
                  </a:cubicBezTo>
                  <a:lnTo>
                    <a:pt x="1" y="1027"/>
                  </a:lnTo>
                  <a:cubicBezTo>
                    <a:pt x="1" y="1144"/>
                    <a:pt x="94" y="1242"/>
                    <a:pt x="210" y="1242"/>
                  </a:cubicBezTo>
                  <a:lnTo>
                    <a:pt x="668" y="1242"/>
                  </a:lnTo>
                  <a:cubicBezTo>
                    <a:pt x="784" y="1242"/>
                    <a:pt x="877" y="1144"/>
                    <a:pt x="877" y="1027"/>
                  </a:cubicBezTo>
                  <a:lnTo>
                    <a:pt x="877" y="211"/>
                  </a:lnTo>
                  <a:cubicBezTo>
                    <a:pt x="877" y="95"/>
                    <a:pt x="784" y="1"/>
                    <a:pt x="668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46;p72">
              <a:extLst>
                <a:ext uri="{FF2B5EF4-FFF2-40B4-BE49-F238E27FC236}">
                  <a16:creationId xmlns:a16="http://schemas.microsoft.com/office/drawing/2014/main" id="{60B00599-369D-428C-F919-E446A237D4A2}"/>
                </a:ext>
              </a:extLst>
            </p:cNvPr>
            <p:cNvSpPr/>
            <p:nvPr/>
          </p:nvSpPr>
          <p:spPr>
            <a:xfrm>
              <a:off x="7188931" y="3430251"/>
              <a:ext cx="197840" cy="280408"/>
            </a:xfrm>
            <a:custGeom>
              <a:avLst/>
              <a:gdLst/>
              <a:ahLst/>
              <a:cxnLst/>
              <a:rect l="l" t="t" r="r" b="b"/>
              <a:pathLst>
                <a:path w="877" h="1243" extrusionOk="0">
                  <a:moveTo>
                    <a:pt x="668" y="39"/>
                  </a:moveTo>
                  <a:cubicBezTo>
                    <a:pt x="761" y="39"/>
                    <a:pt x="840" y="118"/>
                    <a:pt x="840" y="211"/>
                  </a:cubicBezTo>
                  <a:lnTo>
                    <a:pt x="840" y="1027"/>
                  </a:lnTo>
                  <a:cubicBezTo>
                    <a:pt x="840" y="1126"/>
                    <a:pt x="761" y="1204"/>
                    <a:pt x="668" y="1204"/>
                  </a:cubicBezTo>
                  <a:lnTo>
                    <a:pt x="210" y="1204"/>
                  </a:lnTo>
                  <a:cubicBezTo>
                    <a:pt x="112" y="1204"/>
                    <a:pt x="37" y="1126"/>
                    <a:pt x="37" y="1027"/>
                  </a:cubicBezTo>
                  <a:lnTo>
                    <a:pt x="37" y="211"/>
                  </a:lnTo>
                  <a:cubicBezTo>
                    <a:pt x="37" y="118"/>
                    <a:pt x="112" y="39"/>
                    <a:pt x="210" y="39"/>
                  </a:cubicBezTo>
                  <a:close/>
                  <a:moveTo>
                    <a:pt x="210" y="1"/>
                  </a:moveTo>
                  <a:cubicBezTo>
                    <a:pt x="93" y="1"/>
                    <a:pt x="1" y="95"/>
                    <a:pt x="1" y="211"/>
                  </a:cubicBezTo>
                  <a:lnTo>
                    <a:pt x="1" y="1027"/>
                  </a:lnTo>
                  <a:cubicBezTo>
                    <a:pt x="1" y="1144"/>
                    <a:pt x="93" y="1242"/>
                    <a:pt x="210" y="1242"/>
                  </a:cubicBezTo>
                  <a:lnTo>
                    <a:pt x="668" y="1242"/>
                  </a:lnTo>
                  <a:cubicBezTo>
                    <a:pt x="784" y="1242"/>
                    <a:pt x="877" y="1144"/>
                    <a:pt x="877" y="1027"/>
                  </a:cubicBezTo>
                  <a:lnTo>
                    <a:pt x="877" y="211"/>
                  </a:lnTo>
                  <a:cubicBezTo>
                    <a:pt x="877" y="95"/>
                    <a:pt x="784" y="1"/>
                    <a:pt x="668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47;p72">
              <a:extLst>
                <a:ext uri="{FF2B5EF4-FFF2-40B4-BE49-F238E27FC236}">
                  <a16:creationId xmlns:a16="http://schemas.microsoft.com/office/drawing/2014/main" id="{DA30CCE3-97FF-412E-9FDE-57E7D9D1ED64}"/>
                </a:ext>
              </a:extLst>
            </p:cNvPr>
            <p:cNvSpPr/>
            <p:nvPr/>
          </p:nvSpPr>
          <p:spPr>
            <a:xfrm>
              <a:off x="7541518" y="3430251"/>
              <a:ext cx="197840" cy="280408"/>
            </a:xfrm>
            <a:custGeom>
              <a:avLst/>
              <a:gdLst/>
              <a:ahLst/>
              <a:cxnLst/>
              <a:rect l="l" t="t" r="r" b="b"/>
              <a:pathLst>
                <a:path w="877" h="1243" extrusionOk="0">
                  <a:moveTo>
                    <a:pt x="666" y="39"/>
                  </a:moveTo>
                  <a:cubicBezTo>
                    <a:pt x="765" y="39"/>
                    <a:pt x="840" y="118"/>
                    <a:pt x="840" y="211"/>
                  </a:cubicBezTo>
                  <a:lnTo>
                    <a:pt x="840" y="1027"/>
                  </a:lnTo>
                  <a:cubicBezTo>
                    <a:pt x="840" y="1126"/>
                    <a:pt x="765" y="1204"/>
                    <a:pt x="666" y="1204"/>
                  </a:cubicBezTo>
                  <a:lnTo>
                    <a:pt x="210" y="1204"/>
                  </a:lnTo>
                  <a:cubicBezTo>
                    <a:pt x="117" y="1204"/>
                    <a:pt x="37" y="1126"/>
                    <a:pt x="37" y="1027"/>
                  </a:cubicBezTo>
                  <a:lnTo>
                    <a:pt x="37" y="211"/>
                  </a:lnTo>
                  <a:cubicBezTo>
                    <a:pt x="37" y="118"/>
                    <a:pt x="117" y="39"/>
                    <a:pt x="210" y="39"/>
                  </a:cubicBezTo>
                  <a:close/>
                  <a:moveTo>
                    <a:pt x="210" y="1"/>
                  </a:moveTo>
                  <a:cubicBezTo>
                    <a:pt x="93" y="1"/>
                    <a:pt x="0" y="95"/>
                    <a:pt x="0" y="211"/>
                  </a:cubicBezTo>
                  <a:lnTo>
                    <a:pt x="0" y="1027"/>
                  </a:lnTo>
                  <a:cubicBezTo>
                    <a:pt x="0" y="1144"/>
                    <a:pt x="93" y="1242"/>
                    <a:pt x="210" y="1242"/>
                  </a:cubicBezTo>
                  <a:lnTo>
                    <a:pt x="666" y="1242"/>
                  </a:lnTo>
                  <a:cubicBezTo>
                    <a:pt x="784" y="1242"/>
                    <a:pt x="877" y="1144"/>
                    <a:pt x="877" y="1027"/>
                  </a:cubicBezTo>
                  <a:lnTo>
                    <a:pt x="877" y="211"/>
                  </a:lnTo>
                  <a:cubicBezTo>
                    <a:pt x="877" y="95"/>
                    <a:pt x="784" y="1"/>
                    <a:pt x="666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48;p72">
              <a:extLst>
                <a:ext uri="{FF2B5EF4-FFF2-40B4-BE49-F238E27FC236}">
                  <a16:creationId xmlns:a16="http://schemas.microsoft.com/office/drawing/2014/main" id="{9EA87626-01F3-058B-5141-6C07EA663C68}"/>
                </a:ext>
              </a:extLst>
            </p:cNvPr>
            <p:cNvSpPr/>
            <p:nvPr/>
          </p:nvSpPr>
          <p:spPr>
            <a:xfrm>
              <a:off x="7871772" y="3430251"/>
              <a:ext cx="197840" cy="280408"/>
            </a:xfrm>
            <a:custGeom>
              <a:avLst/>
              <a:gdLst/>
              <a:ahLst/>
              <a:cxnLst/>
              <a:rect l="l" t="t" r="r" b="b"/>
              <a:pathLst>
                <a:path w="877" h="1243" extrusionOk="0">
                  <a:moveTo>
                    <a:pt x="668" y="39"/>
                  </a:moveTo>
                  <a:cubicBezTo>
                    <a:pt x="761" y="39"/>
                    <a:pt x="840" y="118"/>
                    <a:pt x="840" y="211"/>
                  </a:cubicBezTo>
                  <a:lnTo>
                    <a:pt x="840" y="1027"/>
                  </a:lnTo>
                  <a:cubicBezTo>
                    <a:pt x="840" y="1126"/>
                    <a:pt x="761" y="1204"/>
                    <a:pt x="668" y="1204"/>
                  </a:cubicBezTo>
                  <a:lnTo>
                    <a:pt x="210" y="1204"/>
                  </a:lnTo>
                  <a:cubicBezTo>
                    <a:pt x="112" y="1204"/>
                    <a:pt x="33" y="1126"/>
                    <a:pt x="33" y="1027"/>
                  </a:cubicBezTo>
                  <a:lnTo>
                    <a:pt x="33" y="211"/>
                  </a:lnTo>
                  <a:cubicBezTo>
                    <a:pt x="33" y="118"/>
                    <a:pt x="112" y="39"/>
                    <a:pt x="210" y="39"/>
                  </a:cubicBezTo>
                  <a:close/>
                  <a:moveTo>
                    <a:pt x="210" y="1"/>
                  </a:moveTo>
                  <a:cubicBezTo>
                    <a:pt x="93" y="1"/>
                    <a:pt x="0" y="95"/>
                    <a:pt x="0" y="211"/>
                  </a:cubicBezTo>
                  <a:lnTo>
                    <a:pt x="0" y="1027"/>
                  </a:lnTo>
                  <a:cubicBezTo>
                    <a:pt x="0" y="1144"/>
                    <a:pt x="93" y="1242"/>
                    <a:pt x="210" y="1242"/>
                  </a:cubicBezTo>
                  <a:lnTo>
                    <a:pt x="668" y="1242"/>
                  </a:lnTo>
                  <a:cubicBezTo>
                    <a:pt x="784" y="1242"/>
                    <a:pt x="877" y="1144"/>
                    <a:pt x="877" y="1027"/>
                  </a:cubicBezTo>
                  <a:lnTo>
                    <a:pt x="877" y="211"/>
                  </a:lnTo>
                  <a:cubicBezTo>
                    <a:pt x="877" y="95"/>
                    <a:pt x="784" y="1"/>
                    <a:pt x="668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49;p72">
              <a:extLst>
                <a:ext uri="{FF2B5EF4-FFF2-40B4-BE49-F238E27FC236}">
                  <a16:creationId xmlns:a16="http://schemas.microsoft.com/office/drawing/2014/main" id="{E944B531-093E-FE58-75A7-48205CB71B86}"/>
                </a:ext>
              </a:extLst>
            </p:cNvPr>
            <p:cNvSpPr/>
            <p:nvPr/>
          </p:nvSpPr>
          <p:spPr>
            <a:xfrm>
              <a:off x="8205410" y="3430251"/>
              <a:ext cx="197840" cy="280408"/>
            </a:xfrm>
            <a:custGeom>
              <a:avLst/>
              <a:gdLst/>
              <a:ahLst/>
              <a:cxnLst/>
              <a:rect l="l" t="t" r="r" b="b"/>
              <a:pathLst>
                <a:path w="877" h="1243" extrusionOk="0">
                  <a:moveTo>
                    <a:pt x="667" y="39"/>
                  </a:moveTo>
                  <a:cubicBezTo>
                    <a:pt x="760" y="39"/>
                    <a:pt x="840" y="118"/>
                    <a:pt x="840" y="211"/>
                  </a:cubicBezTo>
                  <a:lnTo>
                    <a:pt x="840" y="1027"/>
                  </a:lnTo>
                  <a:cubicBezTo>
                    <a:pt x="840" y="1126"/>
                    <a:pt x="760" y="1204"/>
                    <a:pt x="667" y="1204"/>
                  </a:cubicBezTo>
                  <a:lnTo>
                    <a:pt x="210" y="1204"/>
                  </a:lnTo>
                  <a:cubicBezTo>
                    <a:pt x="112" y="1204"/>
                    <a:pt x="33" y="1126"/>
                    <a:pt x="33" y="1027"/>
                  </a:cubicBezTo>
                  <a:lnTo>
                    <a:pt x="33" y="211"/>
                  </a:lnTo>
                  <a:cubicBezTo>
                    <a:pt x="33" y="118"/>
                    <a:pt x="112" y="39"/>
                    <a:pt x="210" y="39"/>
                  </a:cubicBezTo>
                  <a:close/>
                  <a:moveTo>
                    <a:pt x="210" y="1"/>
                  </a:moveTo>
                  <a:cubicBezTo>
                    <a:pt x="93" y="1"/>
                    <a:pt x="0" y="95"/>
                    <a:pt x="0" y="211"/>
                  </a:cubicBezTo>
                  <a:lnTo>
                    <a:pt x="0" y="1027"/>
                  </a:lnTo>
                  <a:cubicBezTo>
                    <a:pt x="0" y="1144"/>
                    <a:pt x="93" y="1242"/>
                    <a:pt x="210" y="1242"/>
                  </a:cubicBezTo>
                  <a:lnTo>
                    <a:pt x="667" y="1242"/>
                  </a:lnTo>
                  <a:cubicBezTo>
                    <a:pt x="784" y="1242"/>
                    <a:pt x="877" y="1144"/>
                    <a:pt x="877" y="1027"/>
                  </a:cubicBezTo>
                  <a:lnTo>
                    <a:pt x="877" y="211"/>
                  </a:lnTo>
                  <a:cubicBezTo>
                    <a:pt x="877" y="95"/>
                    <a:pt x="784" y="1"/>
                    <a:pt x="66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50;p72">
              <a:extLst>
                <a:ext uri="{FF2B5EF4-FFF2-40B4-BE49-F238E27FC236}">
                  <a16:creationId xmlns:a16="http://schemas.microsoft.com/office/drawing/2014/main" id="{F951D217-A9AE-7DF6-5A34-5694BE0CB7E6}"/>
                </a:ext>
              </a:extLst>
            </p:cNvPr>
            <p:cNvSpPr/>
            <p:nvPr/>
          </p:nvSpPr>
          <p:spPr>
            <a:xfrm>
              <a:off x="5327642" y="3143082"/>
              <a:ext cx="244311" cy="81438"/>
            </a:xfrm>
            <a:custGeom>
              <a:avLst/>
              <a:gdLst/>
              <a:ahLst/>
              <a:cxnLst/>
              <a:rect l="l" t="t" r="r" b="b"/>
              <a:pathLst>
                <a:path w="1083" h="361" extrusionOk="0">
                  <a:moveTo>
                    <a:pt x="140" y="1"/>
                  </a:moveTo>
                  <a:lnTo>
                    <a:pt x="0" y="356"/>
                  </a:lnTo>
                  <a:lnTo>
                    <a:pt x="887" y="360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51;p72">
              <a:extLst>
                <a:ext uri="{FF2B5EF4-FFF2-40B4-BE49-F238E27FC236}">
                  <a16:creationId xmlns:a16="http://schemas.microsoft.com/office/drawing/2014/main" id="{5DF508F5-AAEE-4213-7091-8576331C0EEF}"/>
                </a:ext>
              </a:extLst>
            </p:cNvPr>
            <p:cNvSpPr/>
            <p:nvPr/>
          </p:nvSpPr>
          <p:spPr>
            <a:xfrm>
              <a:off x="5559091" y="3143082"/>
              <a:ext cx="105349" cy="81438"/>
            </a:xfrm>
            <a:custGeom>
              <a:avLst/>
              <a:gdLst/>
              <a:ahLst/>
              <a:cxnLst/>
              <a:rect l="l" t="t" r="r" b="b"/>
              <a:pathLst>
                <a:path w="467" h="361" extrusionOk="0">
                  <a:moveTo>
                    <a:pt x="178" y="1"/>
                  </a:moveTo>
                  <a:lnTo>
                    <a:pt x="1" y="360"/>
                  </a:lnTo>
                  <a:lnTo>
                    <a:pt x="466" y="360"/>
                  </a:lnTo>
                  <a:lnTo>
                    <a:pt x="4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52;p72">
              <a:extLst>
                <a:ext uri="{FF2B5EF4-FFF2-40B4-BE49-F238E27FC236}">
                  <a16:creationId xmlns:a16="http://schemas.microsoft.com/office/drawing/2014/main" id="{038B5327-A957-7F85-926F-83E09505FBAD}"/>
                </a:ext>
              </a:extLst>
            </p:cNvPr>
            <p:cNvSpPr/>
            <p:nvPr/>
          </p:nvSpPr>
          <p:spPr>
            <a:xfrm>
              <a:off x="6165234" y="4234232"/>
              <a:ext cx="1935992" cy="369516"/>
            </a:xfrm>
            <a:custGeom>
              <a:avLst/>
              <a:gdLst/>
              <a:ahLst/>
              <a:cxnLst/>
              <a:rect l="l" t="t" r="r" b="b"/>
              <a:pathLst>
                <a:path w="8582" h="1638" extrusionOk="0">
                  <a:moveTo>
                    <a:pt x="0" y="1"/>
                  </a:moveTo>
                  <a:lnTo>
                    <a:pt x="0" y="1045"/>
                  </a:lnTo>
                  <a:cubicBezTo>
                    <a:pt x="3032" y="1476"/>
                    <a:pt x="5846" y="1638"/>
                    <a:pt x="8354" y="1638"/>
                  </a:cubicBezTo>
                  <a:cubicBezTo>
                    <a:pt x="8430" y="1638"/>
                    <a:pt x="8506" y="1638"/>
                    <a:pt x="8582" y="1637"/>
                  </a:cubicBezTo>
                  <a:lnTo>
                    <a:pt x="85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0B5ED0A-0EA0-B5D4-2BAF-ACF79B3CC3FC}"/>
              </a:ext>
            </a:extLst>
          </p:cNvPr>
          <p:cNvSpPr txBox="1"/>
          <p:nvPr/>
        </p:nvSpPr>
        <p:spPr>
          <a:xfrm>
            <a:off x="4680387" y="4315261"/>
            <a:ext cx="42615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E" dirty="0"/>
              <a:t>https://www.linkedin.com/in/edinah-ogoti-4ba36394/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E435C2-DE0D-B0F2-03EE-2087C8AD559A}"/>
              </a:ext>
            </a:extLst>
          </p:cNvPr>
          <p:cNvSpPr txBox="1"/>
          <p:nvPr/>
        </p:nvSpPr>
        <p:spPr>
          <a:xfrm>
            <a:off x="304332" y="4358825"/>
            <a:ext cx="13376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n-KE" dirty="0"/>
              <a:t>dinah ogoti</a:t>
            </a:r>
          </a:p>
        </p:txBody>
      </p:sp>
    </p:spTree>
    <p:extLst>
      <p:ext uri="{BB962C8B-B14F-4D97-AF65-F5344CB8AC3E}">
        <p14:creationId xmlns:p14="http://schemas.microsoft.com/office/powerpoint/2010/main" val="2559385530"/>
      </p:ext>
    </p:extLst>
  </p:cSld>
  <p:clrMapOvr>
    <a:masterClrMapping/>
  </p:clrMapOvr>
</p:sld>
</file>

<file path=ppt/theme/theme1.xml><?xml version="1.0" encoding="utf-8"?>
<a:theme xmlns:a="http://schemas.openxmlformats.org/drawingml/2006/main" name="How Does an Airplane Fly? Engineering Lesson for Middle School by Slidesgo">
  <a:themeElements>
    <a:clrScheme name="Simple Light">
      <a:dk1>
        <a:srgbClr val="191919"/>
      </a:dk1>
      <a:lt1>
        <a:srgbClr val="BAD4FF"/>
      </a:lt1>
      <a:dk2>
        <a:srgbClr val="6B71A4"/>
      </a:dk2>
      <a:lt2>
        <a:srgbClr val="F5CD68"/>
      </a:lt2>
      <a:accent1>
        <a:srgbClr val="EB4C67"/>
      </a:accent1>
      <a:accent2>
        <a:srgbClr val="FFFFFF"/>
      </a:accent2>
      <a:accent3>
        <a:srgbClr val="1B1464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</TotalTime>
  <Words>713</Words>
  <Application>Microsoft Macintosh PowerPoint</Application>
  <PresentationFormat>On-screen Show (16:9)</PresentationFormat>
  <Paragraphs>67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Rubik</vt:lpstr>
      <vt:lpstr>DM Sans Medium</vt:lpstr>
      <vt:lpstr>Poppins</vt:lpstr>
      <vt:lpstr>Nunito Light</vt:lpstr>
      <vt:lpstr>Kailasa</vt:lpstr>
      <vt:lpstr>Bebas Neue</vt:lpstr>
      <vt:lpstr>Arial</vt:lpstr>
      <vt:lpstr>Anaheim</vt:lpstr>
      <vt:lpstr>How Does an Airplane Fly? Engineering Lesson for Middle School by Slidesgo</vt:lpstr>
      <vt:lpstr>Identifying Low-Risk Aircraft for New Aviation Division Launch </vt:lpstr>
      <vt:lpstr>Executive Summary: Our Mission to De-Risk Aviation Entry</vt:lpstr>
      <vt:lpstr>Understanding the Business Need: Mitigating Risk in Aviation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Edinah Ogoti</cp:lastModifiedBy>
  <cp:revision>13</cp:revision>
  <dcterms:modified xsi:type="dcterms:W3CDTF">2025-07-27T07:31:14Z</dcterms:modified>
</cp:coreProperties>
</file>